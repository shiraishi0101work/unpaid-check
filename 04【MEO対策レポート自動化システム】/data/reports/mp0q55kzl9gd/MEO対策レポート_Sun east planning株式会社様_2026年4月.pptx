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926080"/>
            <a:ext cx="411480" cy="4114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926080"/>
            <a:ext cx="411480" cy="411480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926080"/>
            <a:ext cx="411480" cy="4114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4月度MEO対策 月次レポート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Googleマップ上での表示・行動分析ご報告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Sun east planning株式会社 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4月対策キーワード順位ご報告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469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69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567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67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493776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6309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4月は「守山区 外構工事」「守山区 エクステリア」「外構デザイン 守山区」など、多くの対策キーワードで3位以内への上位表示を維持しております。対策期間中を通して安定したランクインが続いており、一部キーワードについても4位～5位まで上昇しております。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要キーワードで安定した上位表示を維持できており、守山区エリアでの認知強化が進んでいる状況です。現在4位～5位のキーワードについても上位表示目前まで到達しているため、今後はさらなる順位押し上げと表示安定化を進めてまい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閲覧したユーザー数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JJnmXL\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84634"/>
            <a:ext cx="6492240" cy="35914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4月の閲覧ユーザー数は598件となりました。Google検索・GoogleMapの双方から継続的な閲覧が発生しており、地域ユーザーからの認知獲得につながっております。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前年同月比では閲覧数に減少が見られるものの、対策キーワードについては継続して上位表示を維持しております。今後はGBP投稿や写真更新、口コミ強化を行い、さらなる閲覧数増加を目指してまいります。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インタラクション数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LhIOQq\int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22172"/>
            <a:ext cx="6492240" cy="35163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4月のインタラクション数は92件となり、インタラクション率は15.3%となりました。前年同月比でインタラクション率は上昇しており、閲覧ユーザーの行動率改善が見られております。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ション率が前年同月比で改善していることから、閲覧ユーザーに対する店舗訴求力は向上傾向にあります。今後は投稿内容や導線改善を継続し、さらなるお問い合わせ・来店導線強化を進めてまい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ユーザー行動データ（来店・売上に直結）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DHAU8r\us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909" y="731520"/>
            <a:ext cx="4364182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4月はWebサイトクリック40件、ルート検索48件、通話数4件となりました。特にルート検索については継続して安定した数値を維持しております。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ルート検索数が安定していることから、実際の来店検討ユーザーへの訴求につながっている状況です。一方で通話数には変動が見られるため、今後は導線改善や投稿強化を行い、お問い合わせ数増加を目指してまいり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2026-05-11T05:12:31Z</dcterms:created>
  <dcterms:modified xsi:type="dcterms:W3CDTF">2026-05-11T05:12:31Z</dcterms:modified>
</cp:coreProperties>
</file>