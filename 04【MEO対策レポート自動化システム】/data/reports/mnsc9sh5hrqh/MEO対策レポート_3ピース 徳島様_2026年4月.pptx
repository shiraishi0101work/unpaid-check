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926080"/>
            <a:ext cx="411480" cy="4114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926080"/>
            <a:ext cx="411480" cy="411480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926080"/>
            <a:ext cx="411480" cy="4114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4月度MEO対策 月次レポート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Googleマップ上での表示・行動分析ご報告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3ピース 徳島 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4月対策キーワード順位ご報告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69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69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56760" y="685800"/>
            <a:ext cx="2164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760" y="2537460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スクリーンショット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4937760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047488"/>
            <a:ext cx="63093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4月は「美馬市 遺品整理」「徳島 遺品整理」など複数の対策キーワードで3位以内を獲得しており、地域名を含む主要キーワードで安定した上位表示が確認できました。一方で、「粗大ごみ回収」「ゴミ屋敷片付け」関連の一部キーワードでは圏外表示も見られ、キーワードごとに順位差が発生している状況となっております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遺品整理関連キーワードは比較的安定して上位表示できており、Google上での店舗認知が徐々に強化されている傾向が見受けられます。一方で、不用品回収やゴミ屋敷系キーワードは競合も多いため、GBP更新・口コミ強化・写真投稿を継続し、地域との関連性をさらに高めていく必要があ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閲覧したユーザー数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YWj7Yv\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81025"/>
            <a:ext cx="6492240" cy="35986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の閲覧ユーザー数は252件となっており、Google検索・Googleマップ経由での表示機会が増加しております。特にGoogle検索経由の閲覧割合が高く、地域名を含めた検索で店舗情報が表示されるケースが増えている状況が確認できました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検索経由での閲覧数増加から、対策キーワードによる露出強化が進んでいる傾向が見受けられます。遺品整理や不用品回収は緊急性の高い検索も多いため、継続的な情報更新や施工事例追加を行うことで、閲覧後の問い合わせ行動へ繋がりやすくなると考えられ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インタラクション数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encBGf\int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2093"/>
            <a:ext cx="6492240" cy="34765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月のインタラクション数は48件、インタラクション率は19%となっております。内訳としては「ルート検索」が42件と最も多く、実際の訪問や依頼を検討しているユーザー行動が多く確認されました。Webサイトアクセスは6件、通話は0件という結果でした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ルート検索数が多いことから、検索ユーザーが実際の利用を前向きに検討している傾向が見受けられます。一方で通話件数は少ないため、まずは所在地確認やサービス比較を行っている段階のユーザーも多いと考えられます。今後は写真更新やサービス説明強化によって、問い合わせ率向上を目指していく必要があ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94360"/>
          </a:xfrm>
          <a:prstGeom prst="rect">
            <a:avLst/>
          </a:prstGeom>
          <a:solidFill>
            <a:srgbClr val="3D8FD4"/>
          </a:solidFill>
          <a:ln w="12700">
            <a:solidFill>
              <a:srgbClr val="3D8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ユーザー行動データ（来店・売上に直結）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6583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C:\Users\SHIRA_~1\AppData\Local\Temp\meo-3Oq7IV\user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706" y="731520"/>
            <a:ext cx="4408588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5212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321808"/>
            <a:ext cx="6309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【現状】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ーザー行動では、ルート検索42件、Webサイトアクセス6件となっており、実際の訪問検討に繋がる行動が中心となっております。特にルート検索数は前月より増加しており、地域検索からの流入が強まっている状況が確認できました。
</a:t>
            </a:r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【分析】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在は「まず場所を確認したい」というユーザー行動が中心となっている傾向が見受けられます。不用品回収や遺品整理は比較検討期間が短いケースも多いため、営業時間・対応エリア・料金目安などをさらに分かりやすく掲載することで、問い合わせや成約へ繋がりやすくなると考えられ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2026-05-11T06:30:31Z</dcterms:created>
  <dcterms:modified xsi:type="dcterms:W3CDTF">2026-05-11T06:30:31Z</dcterms:modified>
</cp:coreProperties>
</file>