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1" r:id="rId14"/>
    <p:sldId id="287" r:id="rId15"/>
    <p:sldId id="288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9" r:id="rId26"/>
    <p:sldId id="282" r:id="rId27"/>
    <p:sldId id="28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01696-9828-401B-A81C-CE039A720BDD}" v="36" dt="2026-02-05T08:40:02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美子（デラアド） 白石" userId="b51e72f0c073960e" providerId="LiveId" clId="{3812D6F1-CB5F-4F61-BEE7-B00EE0ED4A68}"/>
    <pc:docChg chg="undo redo custSel addSld modSld">
      <pc:chgData name="久美子（デラアド） 白石" userId="b51e72f0c073960e" providerId="LiveId" clId="{3812D6F1-CB5F-4F61-BEE7-B00EE0ED4A68}" dt="2026-02-05T10:03:03.332" v="1212" actId="14100"/>
      <pc:docMkLst>
        <pc:docMk/>
      </pc:docMkLst>
      <pc:sldChg chg="modSp mod">
        <pc:chgData name="久美子（デラアド） 白石" userId="b51e72f0c073960e" providerId="LiveId" clId="{3812D6F1-CB5F-4F61-BEE7-B00EE0ED4A68}" dt="2026-02-05T08:13:25.056" v="1" actId="14100"/>
        <pc:sldMkLst>
          <pc:docMk/>
          <pc:sldMk cId="0" sldId="261"/>
        </pc:sldMkLst>
        <pc:picChg chg="mod">
          <ac:chgData name="久美子（デラアド） 白石" userId="b51e72f0c073960e" providerId="LiveId" clId="{3812D6F1-CB5F-4F61-BEE7-B00EE0ED4A68}" dt="2026-02-05T08:13:25.056" v="1" actId="14100"/>
          <ac:picMkLst>
            <pc:docMk/>
            <pc:sldMk cId="0" sldId="261"/>
            <ac:picMk id="7" creationId="{7C62588E-20FB-2AAE-6B92-FB30B4464B21}"/>
          </ac:picMkLst>
        </pc:picChg>
      </pc:sldChg>
      <pc:sldChg chg="modSp mod">
        <pc:chgData name="久美子（デラアド） 白石" userId="b51e72f0c073960e" providerId="LiveId" clId="{3812D6F1-CB5F-4F61-BEE7-B00EE0ED4A68}" dt="2026-02-05T10:03:03.332" v="1212" actId="14100"/>
        <pc:sldMkLst>
          <pc:docMk/>
          <pc:sldMk cId="0" sldId="268"/>
        </pc:sldMkLst>
        <pc:spChg chg="mod">
          <ac:chgData name="久美子（デラアド） 白石" userId="b51e72f0c073960e" providerId="LiveId" clId="{3812D6F1-CB5F-4F61-BEE7-B00EE0ED4A68}" dt="2026-02-05T10:03:03.332" v="1212" actId="14100"/>
          <ac:spMkLst>
            <pc:docMk/>
            <pc:sldMk cId="0" sldId="268"/>
            <ac:spMk id="19" creationId="{00000000-0000-0000-0000-000000000000}"/>
          </ac:spMkLst>
        </pc:spChg>
        <pc:spChg chg="mod">
          <ac:chgData name="久美子（デラアド） 白石" userId="b51e72f0c073960e" providerId="LiveId" clId="{3812D6F1-CB5F-4F61-BEE7-B00EE0ED4A68}" dt="2026-02-05T10:01:55.199" v="1048" actId="20577"/>
          <ac:spMkLst>
            <pc:docMk/>
            <pc:sldMk cId="0" sldId="268"/>
            <ac:spMk id="20" creationId="{00000000-0000-0000-0000-000000000000}"/>
          </ac:spMkLst>
        </pc:spChg>
        <pc:spChg chg="mod">
          <ac:chgData name="久美子（デラアド） 白石" userId="b51e72f0c073960e" providerId="LiveId" clId="{3812D6F1-CB5F-4F61-BEE7-B00EE0ED4A68}" dt="2026-02-05T10:02:16.226" v="1050" actId="1076"/>
          <ac:spMkLst>
            <pc:docMk/>
            <pc:sldMk cId="0" sldId="268"/>
            <ac:spMk id="21" creationId="{00000000-0000-0000-0000-000000000000}"/>
          </ac:spMkLst>
        </pc:spChg>
      </pc:sldChg>
      <pc:sldChg chg="modSp mod">
        <pc:chgData name="久美子（デラアド） 白石" userId="b51e72f0c073960e" providerId="LiveId" clId="{3812D6F1-CB5F-4F61-BEE7-B00EE0ED4A68}" dt="2026-02-05T08:14:15.985" v="11" actId="14100"/>
        <pc:sldMkLst>
          <pc:docMk/>
          <pc:sldMk cId="0" sldId="281"/>
        </pc:sldMkLst>
        <pc:spChg chg="mod">
          <ac:chgData name="久美子（デラアド） 白石" userId="b51e72f0c073960e" providerId="LiveId" clId="{3812D6F1-CB5F-4F61-BEE7-B00EE0ED4A68}" dt="2026-02-05T08:14:15.985" v="11" actId="14100"/>
          <ac:spMkLst>
            <pc:docMk/>
            <pc:sldMk cId="0" sldId="281"/>
            <ac:spMk id="8" creationId="{00000000-0000-0000-0000-000000000000}"/>
          </ac:spMkLst>
        </pc:spChg>
      </pc:sldChg>
      <pc:sldChg chg="addSp delSp modSp new mod">
        <pc:chgData name="久美子（デラアド） 白石" userId="b51e72f0c073960e" providerId="LiveId" clId="{3812D6F1-CB5F-4F61-BEE7-B00EE0ED4A68}" dt="2026-02-05T08:40:57.217" v="1046" actId="1076"/>
        <pc:sldMkLst>
          <pc:docMk/>
          <pc:sldMk cId="3671166678" sldId="289"/>
        </pc:sldMkLst>
        <pc:spChg chg="add mod">
          <ac:chgData name="久美子（デラアド） 白石" userId="b51e72f0c073960e" providerId="LiveId" clId="{3812D6F1-CB5F-4F61-BEE7-B00EE0ED4A68}" dt="2026-02-05T08:23:02.713" v="86" actId="404"/>
          <ac:spMkLst>
            <pc:docMk/>
            <pc:sldMk cId="3671166678" sldId="289"/>
            <ac:spMk id="4" creationId="{F7CDAD73-BA13-85FA-EFD5-D61E6B88653D}"/>
          </ac:spMkLst>
        </pc:spChg>
        <pc:spChg chg="add mod">
          <ac:chgData name="久美子（デラアド） 白石" userId="b51e72f0c073960e" providerId="LiveId" clId="{3812D6F1-CB5F-4F61-BEE7-B00EE0ED4A68}" dt="2026-02-05T08:23:36.934" v="116" actId="1076"/>
          <ac:spMkLst>
            <pc:docMk/>
            <pc:sldMk cId="3671166678" sldId="289"/>
            <ac:spMk id="5" creationId="{B45D1B91-A3C3-C56F-645E-6D0AB940CDEB}"/>
          </ac:spMkLst>
        </pc:spChg>
        <pc:spChg chg="add mod">
          <ac:chgData name="久美子（デラアド） 白石" userId="b51e72f0c073960e" providerId="LiveId" clId="{3812D6F1-CB5F-4F61-BEE7-B00EE0ED4A68}" dt="2026-02-05T08:40:35.581" v="996" actId="20577"/>
          <ac:spMkLst>
            <pc:docMk/>
            <pc:sldMk cId="3671166678" sldId="289"/>
            <ac:spMk id="6" creationId="{135DACF2-39EE-3781-61CF-3A3B445207C6}"/>
          </ac:spMkLst>
        </pc:spChg>
        <pc:spChg chg="add mod">
          <ac:chgData name="久美子（デラアド） 白石" userId="b51e72f0c073960e" providerId="LiveId" clId="{3812D6F1-CB5F-4F61-BEE7-B00EE0ED4A68}" dt="2026-02-05T08:24:52.668" v="226" actId="1076"/>
          <ac:spMkLst>
            <pc:docMk/>
            <pc:sldMk cId="3671166678" sldId="289"/>
            <ac:spMk id="7" creationId="{A1D602F1-9867-646A-474E-C3E4384DABE4}"/>
          </ac:spMkLst>
        </pc:spChg>
        <pc:spChg chg="add mod">
          <ac:chgData name="久美子（デラアド） 白石" userId="b51e72f0c073960e" providerId="LiveId" clId="{3812D6F1-CB5F-4F61-BEE7-B00EE0ED4A68}" dt="2026-02-05T08:25:56.869" v="306" actId="1076"/>
          <ac:spMkLst>
            <pc:docMk/>
            <pc:sldMk cId="3671166678" sldId="289"/>
            <ac:spMk id="8" creationId="{66D85C07-89B8-0F92-B189-48BDCB61CF9E}"/>
          </ac:spMkLst>
        </pc:spChg>
        <pc:spChg chg="add del mod">
          <ac:chgData name="久美子（デラアド） 白石" userId="b51e72f0c073960e" providerId="LiveId" clId="{3812D6F1-CB5F-4F61-BEE7-B00EE0ED4A68}" dt="2026-02-05T08:26:10.485" v="309" actId="478"/>
          <ac:spMkLst>
            <pc:docMk/>
            <pc:sldMk cId="3671166678" sldId="289"/>
            <ac:spMk id="9" creationId="{407911AB-1FDE-5D91-7BEC-09DFACDA1D02}"/>
          </ac:spMkLst>
        </pc:spChg>
        <pc:spChg chg="add mod">
          <ac:chgData name="久美子（デラアド） 白石" userId="b51e72f0c073960e" providerId="LiveId" clId="{3812D6F1-CB5F-4F61-BEE7-B00EE0ED4A68}" dt="2026-02-05T08:28:23.956" v="383" actId="164"/>
          <ac:spMkLst>
            <pc:docMk/>
            <pc:sldMk cId="3671166678" sldId="289"/>
            <ac:spMk id="12" creationId="{0E421869-3AF7-E19D-3AA9-F274D9916491}"/>
          </ac:spMkLst>
        </pc:spChg>
        <pc:spChg chg="add mod">
          <ac:chgData name="久美子（デラアド） 白石" userId="b51e72f0c073960e" providerId="LiveId" clId="{3812D6F1-CB5F-4F61-BEE7-B00EE0ED4A68}" dt="2026-02-05T08:28:23.956" v="383" actId="164"/>
          <ac:spMkLst>
            <pc:docMk/>
            <pc:sldMk cId="3671166678" sldId="289"/>
            <ac:spMk id="13" creationId="{5A340B2D-8F6F-E32D-3610-76E8E6F64CE9}"/>
          </ac:spMkLst>
        </pc:spChg>
        <pc:spChg chg="add mod">
          <ac:chgData name="久美子（デラアド） 白石" userId="b51e72f0c073960e" providerId="LiveId" clId="{3812D6F1-CB5F-4F61-BEE7-B00EE0ED4A68}" dt="2026-02-05T08:28:07.444" v="378" actId="571"/>
          <ac:spMkLst>
            <pc:docMk/>
            <pc:sldMk cId="3671166678" sldId="289"/>
            <ac:spMk id="15" creationId="{E19EBE8F-3EB3-6749-66B9-4113ADC70784}"/>
          </ac:spMkLst>
        </pc:spChg>
        <pc:spChg chg="mod">
          <ac:chgData name="久美子（デラアド） 白石" userId="b51e72f0c073960e" providerId="LiveId" clId="{3812D6F1-CB5F-4F61-BEE7-B00EE0ED4A68}" dt="2026-02-05T08:35:20.913" v="622" actId="404"/>
          <ac:spMkLst>
            <pc:docMk/>
            <pc:sldMk cId="3671166678" sldId="289"/>
            <ac:spMk id="18" creationId="{AFB78885-2ECA-9026-2F77-E36C2DBFA63D}"/>
          </ac:spMkLst>
        </pc:spChg>
        <pc:spChg chg="mod">
          <ac:chgData name="久美子（デラアド） 白石" userId="b51e72f0c073960e" providerId="LiveId" clId="{3812D6F1-CB5F-4F61-BEE7-B00EE0ED4A68}" dt="2026-02-05T08:28:38.102" v="384"/>
          <ac:spMkLst>
            <pc:docMk/>
            <pc:sldMk cId="3671166678" sldId="289"/>
            <ac:spMk id="19" creationId="{C03BA3BC-DAA8-A587-3D7D-3083C10C91AB}"/>
          </ac:spMkLst>
        </pc:spChg>
        <pc:spChg chg="mod">
          <ac:chgData name="久美子（デラアド） 白石" userId="b51e72f0c073960e" providerId="LiveId" clId="{3812D6F1-CB5F-4F61-BEE7-B00EE0ED4A68}" dt="2026-02-05T08:37:18.688" v="740" actId="20577"/>
          <ac:spMkLst>
            <pc:docMk/>
            <pc:sldMk cId="3671166678" sldId="289"/>
            <ac:spMk id="21" creationId="{7A2431C2-873B-9952-F58C-660680CF139D}"/>
          </ac:spMkLst>
        </pc:spChg>
        <pc:spChg chg="mod">
          <ac:chgData name="久美子（デラアド） 白石" userId="b51e72f0c073960e" providerId="LiveId" clId="{3812D6F1-CB5F-4F61-BEE7-B00EE0ED4A68}" dt="2026-02-05T08:28:43.249" v="386"/>
          <ac:spMkLst>
            <pc:docMk/>
            <pc:sldMk cId="3671166678" sldId="289"/>
            <ac:spMk id="22" creationId="{6A711B13-B91A-3D53-6A75-92BA432EB5C0}"/>
          </ac:spMkLst>
        </pc:spChg>
        <pc:spChg chg="mod topLvl">
          <ac:chgData name="久美子（デラアド） 白石" userId="b51e72f0c073960e" providerId="LiveId" clId="{3812D6F1-CB5F-4F61-BEE7-B00EE0ED4A68}" dt="2026-02-05T08:38:54.174" v="866" actId="1076"/>
          <ac:spMkLst>
            <pc:docMk/>
            <pc:sldMk cId="3671166678" sldId="289"/>
            <ac:spMk id="24" creationId="{7BD9196B-405D-F35C-BBAC-7FC82F8EC7F1}"/>
          </ac:spMkLst>
        </pc:spChg>
        <pc:spChg chg="del mod topLvl">
          <ac:chgData name="久美子（デラアド） 白石" userId="b51e72f0c073960e" providerId="LiveId" clId="{3812D6F1-CB5F-4F61-BEE7-B00EE0ED4A68}" dt="2026-02-05T08:38:08.143" v="830" actId="478"/>
          <ac:spMkLst>
            <pc:docMk/>
            <pc:sldMk cId="3671166678" sldId="289"/>
            <ac:spMk id="25" creationId="{F3791244-42FC-18B1-3BEA-50F2B801963D}"/>
          </ac:spMkLst>
        </pc:spChg>
        <pc:spChg chg="del mod topLvl">
          <ac:chgData name="久美子（デラアド） 白石" userId="b51e72f0c073960e" providerId="LiveId" clId="{3812D6F1-CB5F-4F61-BEE7-B00EE0ED4A68}" dt="2026-02-05T08:39:57.314" v="949" actId="478"/>
          <ac:spMkLst>
            <pc:docMk/>
            <pc:sldMk cId="3671166678" sldId="289"/>
            <ac:spMk id="27" creationId="{FE5C177A-730F-DEE2-D4C6-C11E32B0FEA7}"/>
          </ac:spMkLst>
        </pc:spChg>
        <pc:spChg chg="del mod topLvl">
          <ac:chgData name="久美子（デラアド） 白石" userId="b51e72f0c073960e" providerId="LiveId" clId="{3812D6F1-CB5F-4F61-BEE7-B00EE0ED4A68}" dt="2026-02-05T08:40:02.085" v="950" actId="478"/>
          <ac:spMkLst>
            <pc:docMk/>
            <pc:sldMk cId="3671166678" sldId="289"/>
            <ac:spMk id="28" creationId="{C788CCC5-2220-A003-BB69-650C9D5C8325}"/>
          </ac:spMkLst>
        </pc:spChg>
        <pc:spChg chg="del mod topLvl">
          <ac:chgData name="久美子（デラアド） 白石" userId="b51e72f0c073960e" providerId="LiveId" clId="{3812D6F1-CB5F-4F61-BEE7-B00EE0ED4A68}" dt="2026-02-05T08:36:32.303" v="686" actId="478"/>
          <ac:spMkLst>
            <pc:docMk/>
            <pc:sldMk cId="3671166678" sldId="289"/>
            <ac:spMk id="30" creationId="{5F5FCECD-4C09-26C8-3665-976656DEA0E2}"/>
          </ac:spMkLst>
        </pc:spChg>
        <pc:spChg chg="del mod topLvl">
          <ac:chgData name="久美子（デラアド） 白石" userId="b51e72f0c073960e" providerId="LiveId" clId="{3812D6F1-CB5F-4F61-BEE7-B00EE0ED4A68}" dt="2026-02-05T08:29:23.801" v="398" actId="478"/>
          <ac:spMkLst>
            <pc:docMk/>
            <pc:sldMk cId="3671166678" sldId="289"/>
            <ac:spMk id="31" creationId="{80C1F048-A771-1A76-E5E4-0810300B0BCC}"/>
          </ac:spMkLst>
        </pc:spChg>
        <pc:spChg chg="add mod">
          <ac:chgData name="久美子（デラアド） 白石" userId="b51e72f0c073960e" providerId="LiveId" clId="{3812D6F1-CB5F-4F61-BEE7-B00EE0ED4A68}" dt="2026-02-05T08:31:18.192" v="417" actId="164"/>
          <ac:spMkLst>
            <pc:docMk/>
            <pc:sldMk cId="3671166678" sldId="289"/>
            <ac:spMk id="32" creationId="{08026350-DAF0-40EA-8A83-B740B9D90ECE}"/>
          </ac:spMkLst>
        </pc:spChg>
        <pc:spChg chg="add mod">
          <ac:chgData name="久美子（デラアド） 白石" userId="b51e72f0c073960e" providerId="LiveId" clId="{3812D6F1-CB5F-4F61-BEE7-B00EE0ED4A68}" dt="2026-02-05T08:31:18.192" v="417" actId="164"/>
          <ac:spMkLst>
            <pc:docMk/>
            <pc:sldMk cId="3671166678" sldId="289"/>
            <ac:spMk id="33" creationId="{C32A3001-D538-328B-0AD2-153ADF97A7F5}"/>
          </ac:spMkLst>
        </pc:spChg>
        <pc:spChg chg="mod">
          <ac:chgData name="久美子（デラアド） 白石" userId="b51e72f0c073960e" providerId="LiveId" clId="{3812D6F1-CB5F-4F61-BEE7-B00EE0ED4A68}" dt="2026-02-05T08:31:21.607" v="418"/>
          <ac:spMkLst>
            <pc:docMk/>
            <pc:sldMk cId="3671166678" sldId="289"/>
            <ac:spMk id="37" creationId="{7FE5396B-A5F7-C2E7-82A3-DA872E49847F}"/>
          </ac:spMkLst>
        </pc:spChg>
        <pc:spChg chg="mod">
          <ac:chgData name="久美子（デラアド） 白石" userId="b51e72f0c073960e" providerId="LiveId" clId="{3812D6F1-CB5F-4F61-BEE7-B00EE0ED4A68}" dt="2026-02-05T08:31:21.607" v="418"/>
          <ac:spMkLst>
            <pc:docMk/>
            <pc:sldMk cId="3671166678" sldId="289"/>
            <ac:spMk id="38" creationId="{A5756C93-E030-5011-163E-DE70BB4AB227}"/>
          </ac:spMkLst>
        </pc:spChg>
        <pc:spChg chg="mod">
          <ac:chgData name="久美子（デラアド） 白石" userId="b51e72f0c073960e" providerId="LiveId" clId="{3812D6F1-CB5F-4F61-BEE7-B00EE0ED4A68}" dt="2026-02-05T08:31:22.157" v="419"/>
          <ac:spMkLst>
            <pc:docMk/>
            <pc:sldMk cId="3671166678" sldId="289"/>
            <ac:spMk id="40" creationId="{5D9F74BE-F42C-0DB9-AA6E-125D85F528D5}"/>
          </ac:spMkLst>
        </pc:spChg>
        <pc:spChg chg="mod">
          <ac:chgData name="久美子（デラアド） 白石" userId="b51e72f0c073960e" providerId="LiveId" clId="{3812D6F1-CB5F-4F61-BEE7-B00EE0ED4A68}" dt="2026-02-05T08:31:22.157" v="419"/>
          <ac:spMkLst>
            <pc:docMk/>
            <pc:sldMk cId="3671166678" sldId="289"/>
            <ac:spMk id="41" creationId="{65EEF467-FE1A-27C9-64AF-CF2CC968A2C7}"/>
          </ac:spMkLst>
        </pc:spChg>
        <pc:spChg chg="mod">
          <ac:chgData name="久美子（デラアド） 白石" userId="b51e72f0c073960e" providerId="LiveId" clId="{3812D6F1-CB5F-4F61-BEE7-B00EE0ED4A68}" dt="2026-02-05T08:31:23.105" v="420"/>
          <ac:spMkLst>
            <pc:docMk/>
            <pc:sldMk cId="3671166678" sldId="289"/>
            <ac:spMk id="43" creationId="{0D2404B7-D003-F962-02B4-475ADAFF2056}"/>
          </ac:spMkLst>
        </pc:spChg>
        <pc:spChg chg="mod">
          <ac:chgData name="久美子（デラアド） 白石" userId="b51e72f0c073960e" providerId="LiveId" clId="{3812D6F1-CB5F-4F61-BEE7-B00EE0ED4A68}" dt="2026-02-05T08:31:23.105" v="420"/>
          <ac:spMkLst>
            <pc:docMk/>
            <pc:sldMk cId="3671166678" sldId="289"/>
            <ac:spMk id="44" creationId="{CEED2487-7385-CCFB-5F58-C2850451A404}"/>
          </ac:spMkLst>
        </pc:spChg>
        <pc:spChg chg="mod">
          <ac:chgData name="久美子（デラアド） 白石" userId="b51e72f0c073960e" providerId="LiveId" clId="{3812D6F1-CB5F-4F61-BEE7-B00EE0ED4A68}" dt="2026-02-05T08:31:24.039" v="421"/>
          <ac:spMkLst>
            <pc:docMk/>
            <pc:sldMk cId="3671166678" sldId="289"/>
            <ac:spMk id="46" creationId="{C04F1C52-823B-CB16-A1A7-A5965E43E750}"/>
          </ac:spMkLst>
        </pc:spChg>
        <pc:spChg chg="mod">
          <ac:chgData name="久美子（デラアド） 白石" userId="b51e72f0c073960e" providerId="LiveId" clId="{3812D6F1-CB5F-4F61-BEE7-B00EE0ED4A68}" dt="2026-02-05T08:31:24.039" v="421"/>
          <ac:spMkLst>
            <pc:docMk/>
            <pc:sldMk cId="3671166678" sldId="289"/>
            <ac:spMk id="47" creationId="{FCB55B8E-DDB4-47F1-D5EF-12C69B55FFA9}"/>
          </ac:spMkLst>
        </pc:spChg>
        <pc:spChg chg="add mod">
          <ac:chgData name="久美子（デラアド） 白石" userId="b51e72f0c073960e" providerId="LiveId" clId="{3812D6F1-CB5F-4F61-BEE7-B00EE0ED4A68}" dt="2026-02-05T08:34:26.551" v="529" actId="1076"/>
          <ac:spMkLst>
            <pc:docMk/>
            <pc:sldMk cId="3671166678" sldId="289"/>
            <ac:spMk id="48" creationId="{03A42641-BEE4-8FA7-E486-CD4CBD171798}"/>
          </ac:spMkLst>
        </pc:spChg>
        <pc:spChg chg="add mod">
          <ac:chgData name="久美子（デラアド） 白石" userId="b51e72f0c073960e" providerId="LiveId" clId="{3812D6F1-CB5F-4F61-BEE7-B00EE0ED4A68}" dt="2026-02-05T08:35:52.540" v="671" actId="1076"/>
          <ac:spMkLst>
            <pc:docMk/>
            <pc:sldMk cId="3671166678" sldId="289"/>
            <ac:spMk id="49" creationId="{1A80B760-AEAA-8F7C-ED21-36CFCC8BCA71}"/>
          </ac:spMkLst>
        </pc:spChg>
        <pc:spChg chg="add mod">
          <ac:chgData name="久美子（デラアド） 白石" userId="b51e72f0c073960e" providerId="LiveId" clId="{3812D6F1-CB5F-4F61-BEE7-B00EE0ED4A68}" dt="2026-02-05T08:37:40.202" v="788" actId="1076"/>
          <ac:spMkLst>
            <pc:docMk/>
            <pc:sldMk cId="3671166678" sldId="289"/>
            <ac:spMk id="50" creationId="{AC5F7B06-EDA3-C23E-43B6-169B8CB99776}"/>
          </ac:spMkLst>
        </pc:spChg>
        <pc:spChg chg="add mod">
          <ac:chgData name="久美子（デラアド） 白石" userId="b51e72f0c073960e" providerId="LiveId" clId="{3812D6F1-CB5F-4F61-BEE7-B00EE0ED4A68}" dt="2026-02-05T08:39:17.387" v="921" actId="14100"/>
          <ac:spMkLst>
            <pc:docMk/>
            <pc:sldMk cId="3671166678" sldId="289"/>
            <ac:spMk id="51" creationId="{C56D5EE3-38DC-8E10-9E7D-850F0E511FCB}"/>
          </ac:spMkLst>
        </pc:spChg>
        <pc:spChg chg="add mod">
          <ac:chgData name="久美子（デラアド） 白石" userId="b51e72f0c073960e" providerId="LiveId" clId="{3812D6F1-CB5F-4F61-BEE7-B00EE0ED4A68}" dt="2026-02-05T08:40:57.217" v="1046" actId="1076"/>
          <ac:spMkLst>
            <pc:docMk/>
            <pc:sldMk cId="3671166678" sldId="289"/>
            <ac:spMk id="52" creationId="{915F2CB1-22B5-277C-87F3-861BDA29DBC1}"/>
          </ac:spMkLst>
        </pc:spChg>
        <pc:spChg chg="add mod">
          <ac:chgData name="久美子（デラアド） 白石" userId="b51e72f0c073960e" providerId="LiveId" clId="{3812D6F1-CB5F-4F61-BEE7-B00EE0ED4A68}" dt="2026-02-05T08:36:07.920" v="676" actId="1076"/>
          <ac:spMkLst>
            <pc:docMk/>
            <pc:sldMk cId="3671166678" sldId="289"/>
            <ac:spMk id="53" creationId="{3BC32D6D-9D40-A018-D009-546EFF89E0E5}"/>
          </ac:spMkLst>
        </pc:spChg>
        <pc:spChg chg="add mod">
          <ac:chgData name="久美子（デラアド） 白石" userId="b51e72f0c073960e" providerId="LiveId" clId="{3812D6F1-CB5F-4F61-BEE7-B00EE0ED4A68}" dt="2026-02-05T08:37:55.819" v="829" actId="20577"/>
          <ac:spMkLst>
            <pc:docMk/>
            <pc:sldMk cId="3671166678" sldId="289"/>
            <ac:spMk id="54" creationId="{12CFA26F-5B65-62A6-33CD-5CD6E1DEE3C2}"/>
          </ac:spMkLst>
        </pc:spChg>
        <pc:spChg chg="add mod">
          <ac:chgData name="久美子（デラアド） 白石" userId="b51e72f0c073960e" providerId="LiveId" clId="{3812D6F1-CB5F-4F61-BEE7-B00EE0ED4A68}" dt="2026-02-05T08:39:53.925" v="948" actId="20577"/>
          <ac:spMkLst>
            <pc:docMk/>
            <pc:sldMk cId="3671166678" sldId="289"/>
            <ac:spMk id="55" creationId="{DC086804-DC17-0FAA-274D-BF35DF4DE6FE}"/>
          </ac:spMkLst>
        </pc:spChg>
        <pc:spChg chg="add mod">
          <ac:chgData name="久美子（デラアド） 白石" userId="b51e72f0c073960e" providerId="LiveId" clId="{3812D6F1-CB5F-4F61-BEE7-B00EE0ED4A68}" dt="2026-02-05T08:36:22.528" v="685" actId="20577"/>
          <ac:spMkLst>
            <pc:docMk/>
            <pc:sldMk cId="3671166678" sldId="289"/>
            <ac:spMk id="56" creationId="{6C49B1EB-BFA7-6553-A37B-48FD89CD5612}"/>
          </ac:spMkLst>
        </pc:spChg>
        <pc:spChg chg="add mod">
          <ac:chgData name="久美子（デラアド） 白石" userId="b51e72f0c073960e" providerId="LiveId" clId="{3812D6F1-CB5F-4F61-BEE7-B00EE0ED4A68}" dt="2026-02-05T08:36:54.896" v="711" actId="1076"/>
          <ac:spMkLst>
            <pc:docMk/>
            <pc:sldMk cId="3671166678" sldId="289"/>
            <ac:spMk id="57" creationId="{726857BD-40C8-DCDC-EB12-538639BBFEBC}"/>
          </ac:spMkLst>
        </pc:spChg>
        <pc:spChg chg="add mod">
          <ac:chgData name="久美子（デラアド） 白石" userId="b51e72f0c073960e" providerId="LiveId" clId="{3812D6F1-CB5F-4F61-BEE7-B00EE0ED4A68}" dt="2026-02-05T08:40:09.164" v="959" actId="20577"/>
          <ac:spMkLst>
            <pc:docMk/>
            <pc:sldMk cId="3671166678" sldId="289"/>
            <ac:spMk id="58" creationId="{EAA0457F-25C6-5CFF-5D94-7A026401EF6C}"/>
          </ac:spMkLst>
        </pc:spChg>
        <pc:grpChg chg="add mod">
          <ac:chgData name="久美子（デラアド） 白石" userId="b51e72f0c073960e" providerId="LiveId" clId="{3812D6F1-CB5F-4F61-BEE7-B00EE0ED4A68}" dt="2026-02-05T08:28:23.956" v="383" actId="164"/>
          <ac:grpSpMkLst>
            <pc:docMk/>
            <pc:sldMk cId="3671166678" sldId="289"/>
            <ac:grpSpMk id="16" creationId="{5C435950-B1CD-3686-7DBF-E196F3B7B19D}"/>
          </ac:grpSpMkLst>
        </pc:grpChg>
        <pc:grpChg chg="add mod">
          <ac:chgData name="久美子（デラアド） 白石" userId="b51e72f0c073960e" providerId="LiveId" clId="{3812D6F1-CB5F-4F61-BEE7-B00EE0ED4A68}" dt="2026-02-05T08:28:41.313" v="385" actId="1076"/>
          <ac:grpSpMkLst>
            <pc:docMk/>
            <pc:sldMk cId="3671166678" sldId="289"/>
            <ac:grpSpMk id="17" creationId="{3CCA245C-EDBA-9C3C-F12D-66C8596078A4}"/>
          </ac:grpSpMkLst>
        </pc:grpChg>
        <pc:grpChg chg="add mod">
          <ac:chgData name="久美子（デラアド） 白石" userId="b51e72f0c073960e" providerId="LiveId" clId="{3812D6F1-CB5F-4F61-BEE7-B00EE0ED4A68}" dt="2026-02-05T08:28:48.017" v="387" actId="1076"/>
          <ac:grpSpMkLst>
            <pc:docMk/>
            <pc:sldMk cId="3671166678" sldId="289"/>
            <ac:grpSpMk id="20" creationId="{8D48EA96-B50B-D957-6394-8B699C4EA264}"/>
          </ac:grpSpMkLst>
        </pc:grpChg>
        <pc:grpChg chg="add del mod">
          <ac:chgData name="久美子（デラアド） 白石" userId="b51e72f0c073960e" providerId="LiveId" clId="{3812D6F1-CB5F-4F61-BEE7-B00EE0ED4A68}" dt="2026-02-05T08:38:08.143" v="830" actId="478"/>
          <ac:grpSpMkLst>
            <pc:docMk/>
            <pc:sldMk cId="3671166678" sldId="289"/>
            <ac:grpSpMk id="23" creationId="{E1C82674-A35A-0519-FF45-83F559D575ED}"/>
          </ac:grpSpMkLst>
        </pc:grpChg>
        <pc:grpChg chg="add del mod">
          <ac:chgData name="久美子（デラアド） 白石" userId="b51e72f0c073960e" providerId="LiveId" clId="{3812D6F1-CB5F-4F61-BEE7-B00EE0ED4A68}" dt="2026-02-05T08:39:57.314" v="949" actId="478"/>
          <ac:grpSpMkLst>
            <pc:docMk/>
            <pc:sldMk cId="3671166678" sldId="289"/>
            <ac:grpSpMk id="26" creationId="{5AACD248-3FB9-9C5E-5194-22549DE81B92}"/>
          </ac:grpSpMkLst>
        </pc:grpChg>
        <pc:grpChg chg="add del mod">
          <ac:chgData name="久美子（デラアド） 白石" userId="b51e72f0c073960e" providerId="LiveId" clId="{3812D6F1-CB5F-4F61-BEE7-B00EE0ED4A68}" dt="2026-02-05T08:29:23.801" v="398" actId="478"/>
          <ac:grpSpMkLst>
            <pc:docMk/>
            <pc:sldMk cId="3671166678" sldId="289"/>
            <ac:grpSpMk id="29" creationId="{54236BC0-09DD-200D-6263-663C92F335F7}"/>
          </ac:grpSpMkLst>
        </pc:grpChg>
        <pc:grpChg chg="add mod">
          <ac:chgData name="久美子（デラアド） 白石" userId="b51e72f0c073960e" providerId="LiveId" clId="{3812D6F1-CB5F-4F61-BEE7-B00EE0ED4A68}" dt="2026-02-05T08:32:29.863" v="434" actId="1076"/>
          <ac:grpSpMkLst>
            <pc:docMk/>
            <pc:sldMk cId="3671166678" sldId="289"/>
            <ac:grpSpMk id="35" creationId="{DC674580-C354-3F7B-F16D-E046C5EC94F5}"/>
          </ac:grpSpMkLst>
        </pc:grpChg>
        <pc:grpChg chg="add mod">
          <ac:chgData name="久美子（デラアド） 白石" userId="b51e72f0c073960e" providerId="LiveId" clId="{3812D6F1-CB5F-4F61-BEE7-B00EE0ED4A68}" dt="2026-02-05T08:32:08.260" v="429" actId="1076"/>
          <ac:grpSpMkLst>
            <pc:docMk/>
            <pc:sldMk cId="3671166678" sldId="289"/>
            <ac:grpSpMk id="36" creationId="{5E194343-85E3-1891-5061-7DA061AC6279}"/>
          </ac:grpSpMkLst>
        </pc:grpChg>
        <pc:grpChg chg="add mod">
          <ac:chgData name="久美子（デラアド） 白石" userId="b51e72f0c073960e" providerId="LiveId" clId="{3812D6F1-CB5F-4F61-BEE7-B00EE0ED4A68}" dt="2026-02-05T08:31:49.039" v="425" actId="1076"/>
          <ac:grpSpMkLst>
            <pc:docMk/>
            <pc:sldMk cId="3671166678" sldId="289"/>
            <ac:grpSpMk id="39" creationId="{8106F2D4-1126-1C20-60BB-3EA8018AA6A8}"/>
          </ac:grpSpMkLst>
        </pc:grpChg>
        <pc:grpChg chg="add mod">
          <ac:chgData name="久美子（デラアド） 白石" userId="b51e72f0c073960e" providerId="LiveId" clId="{3812D6F1-CB5F-4F61-BEE7-B00EE0ED4A68}" dt="2026-02-05T08:31:58.263" v="427" actId="1076"/>
          <ac:grpSpMkLst>
            <pc:docMk/>
            <pc:sldMk cId="3671166678" sldId="289"/>
            <ac:grpSpMk id="42" creationId="{35BA5584-285F-EEA5-BAF4-4C20B291C7B3}"/>
          </ac:grpSpMkLst>
        </pc:grpChg>
        <pc:grpChg chg="add mod">
          <ac:chgData name="久美子（デラアド） 白石" userId="b51e72f0c073960e" providerId="LiveId" clId="{3812D6F1-CB5F-4F61-BEE7-B00EE0ED4A68}" dt="2026-02-05T08:32:03.518" v="428" actId="1076"/>
          <ac:grpSpMkLst>
            <pc:docMk/>
            <pc:sldMk cId="3671166678" sldId="289"/>
            <ac:grpSpMk id="45" creationId="{1C2C3A4A-408D-6E84-C0FB-826E5F1BF121}"/>
          </ac:grpSpMkLst>
        </pc:grpChg>
        <pc:picChg chg="add mod modCrop">
          <ac:chgData name="久美子（デラアド） 白石" userId="b51e72f0c073960e" providerId="LiveId" clId="{3812D6F1-CB5F-4F61-BEE7-B00EE0ED4A68}" dt="2026-02-05T08:33:05.957" v="445" actId="34135"/>
          <ac:picMkLst>
            <pc:docMk/>
            <pc:sldMk cId="3671166678" sldId="289"/>
            <ac:picMk id="3" creationId="{3E388CCB-CEA0-AE3F-9A35-0E7347238DDE}"/>
          </ac:picMkLst>
        </pc:picChg>
        <pc:picChg chg="add del mod">
          <ac:chgData name="久美子（デラアド） 白石" userId="b51e72f0c073960e" providerId="LiveId" clId="{3812D6F1-CB5F-4F61-BEE7-B00EE0ED4A68}" dt="2026-02-05T08:26:29.022" v="315" actId="478"/>
          <ac:picMkLst>
            <pc:docMk/>
            <pc:sldMk cId="3671166678" sldId="289"/>
            <ac:picMk id="11" creationId="{0580D9E7-3C88-98FF-0D69-0316CB5302F9}"/>
          </ac:picMkLst>
        </pc:picChg>
        <pc:picChg chg="add mod">
          <ac:chgData name="久美子（デラアド） 白石" userId="b51e72f0c073960e" providerId="LiveId" clId="{3812D6F1-CB5F-4F61-BEE7-B00EE0ED4A68}" dt="2026-02-05T08:28:07.444" v="378" actId="571"/>
          <ac:picMkLst>
            <pc:docMk/>
            <pc:sldMk cId="3671166678" sldId="289"/>
            <ac:picMk id="14" creationId="{B159F09A-0DD0-823D-CED4-39A7516C2A13}"/>
          </ac:picMkLst>
        </pc:picChg>
        <pc:picChg chg="add mod">
          <ac:chgData name="久美子（デラアド） 白石" userId="b51e72f0c073960e" providerId="LiveId" clId="{3812D6F1-CB5F-4F61-BEE7-B00EE0ED4A68}" dt="2026-02-05T08:31:10.508" v="416" actId="571"/>
          <ac:picMkLst>
            <pc:docMk/>
            <pc:sldMk cId="3671166678" sldId="289"/>
            <ac:picMk id="34" creationId="{616DD112-9D39-BABB-E530-B6DC0719CEB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75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3EA4-24A8-8359-C0B2-D9561E01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B549A-6F95-4AB8-1EE0-7B4D42395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85074-CD23-C188-A762-C9B792D8F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CF30A-9784-446F-76A4-91A01FD36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42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6E9C-D255-B83D-D8EC-D29B97F3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60307-918F-E6D9-B21C-03FC5CF60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437A4-9C97-2470-7FA6-7316D37A3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6B228-0301-EE6C-BEA2-A3CA54EB1C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9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5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7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09.png"/><Relationship Id="rId17" Type="http://schemas.openxmlformats.org/officeDocument/2006/relationships/image" Target="../media/image110.png"/><Relationship Id="rId18" Type="http://schemas.openxmlformats.org/officeDocument/2006/relationships/image" Target="../media/image111.png"/><Relationship Id="rId19" Type="http://schemas.openxmlformats.org/officeDocument/2006/relationships/image" Target="../media/image112.png"/><Relationship Id="rId20" Type="http://schemas.openxmlformats.org/officeDocument/2006/relationships/image" Target="../media/image113.png"/><Relationship Id="rId21" Type="http://schemas.openxmlformats.org/officeDocument/2006/relationships/image" Target="../media/image114.png"/><Relationship Id="rId22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937760"/>
            <a:ext cx="12192000" cy="8229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0"/>
            <a:ext cx="4876800" cy="24003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4937760"/>
            <a:ext cx="3657600" cy="205740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gradFill>
            <a:gsLst>
              <a:gs pos="0">
                <a:srgbClr val="006666"/>
              </a:gs>
              <a:gs pos="100000">
                <a:srgbClr val="009999"/>
              </a:gs>
            </a:gsLst>
            <a:lin ang="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410817-8824-0FB5-BB5B-06EBB59D36B6}"/>
              </a:ext>
            </a:extLst>
          </p:cNvPr>
          <p:cNvSpPr txBox="1"/>
          <p:nvPr/>
        </p:nvSpPr>
        <p:spPr>
          <a:xfrm>
            <a:off x="1837428" y="534838"/>
            <a:ext cx="95753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000" dirty="0" b="1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Google</a:t>
            </a:r>
            <a:r>
              <a:rPr kumimoji="1" lang="ja-JP" altLang="en-US" sz="5000" dirty="0" b="1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マップ集客で、</a:t>
            </a:r>
            <a:endParaRPr kumimoji="1" lang="en-US" altLang="ja-JP" sz="50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  <a:p>
            <a:pPr algn="ctr"/>
            <a:r>
              <a:rPr kumimoji="1" lang="ja-JP" altLang="en-US" sz="5000" dirty="0" b="1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売上が上がる、選ばれるお店に</a:t>
            </a:r>
            <a:endParaRPr kumimoji="1" lang="en-US" altLang="ja-JP" sz="50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17E4D9-A291-49C3-2328-7694E0F81931}"/>
              </a:ext>
            </a:extLst>
          </p:cNvPr>
          <p:cNvSpPr txBox="1"/>
          <p:nvPr/>
        </p:nvSpPr>
        <p:spPr>
          <a:xfrm>
            <a:off x="1912191" y="2080658"/>
            <a:ext cx="9575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 b="1">
                <a:solidFill>
                  <a:srgbClr val="F5C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MEO</a:t>
            </a:r>
            <a:r>
              <a:rPr kumimoji="1" lang="ja-JP" altLang="en-US" sz="3200" dirty="0" b="1">
                <a:solidFill>
                  <a:srgbClr val="F5C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対策で集客力を最大化</a:t>
            </a:r>
            <a:endParaRPr kumimoji="1" lang="en-US" altLang="ja-JP" sz="32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8290560" y="0"/>
            <a:ext cx="3901440" cy="68580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1828800" cy="68580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gradFill>
            <a:gsLst>
              <a:gs pos="0">
                <a:srgbClr val="004444"/>
              </a:gs>
              <a:gs pos="100000">
                <a:srgbClr val="009999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図 11" descr="男, 砂浜, 丘, 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6A6A51A-A8CB-4338-E40C-8C5C5C288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740" y="1554102"/>
            <a:ext cx="3153215" cy="483145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400" y="3684981"/>
            <a:ext cx="2946263" cy="237660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237" y="1320750"/>
            <a:ext cx="2691006" cy="472846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B31822-9E7B-3473-01D7-ABE02588D368}"/>
              </a:ext>
            </a:extLst>
          </p:cNvPr>
          <p:cNvSpPr txBox="1"/>
          <p:nvPr/>
        </p:nvSpPr>
        <p:spPr>
          <a:xfrm>
            <a:off x="1106483" y="259805"/>
            <a:ext cx="109686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 b="1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検索のメインがスマートフォンの今</a:t>
            </a:r>
            <a:endParaRPr kumimoji="1" lang="en-US" altLang="ja-JP" sz="44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  <a:p>
            <a:pPr algn="ctr"/>
            <a:r>
              <a:rPr kumimoji="1" lang="ja-JP" altLang="en-US" sz="4400" dirty="0" b="1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店舗集客の最短は</a:t>
            </a:r>
            <a:endParaRPr kumimoji="1" lang="en-US" altLang="ja-JP" sz="44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8B0D81-AB1E-57E8-9DEE-9362BA439D85}"/>
              </a:ext>
            </a:extLst>
          </p:cNvPr>
          <p:cNvSpPr txBox="1"/>
          <p:nvPr/>
        </p:nvSpPr>
        <p:spPr>
          <a:xfrm>
            <a:off x="3638703" y="1759247"/>
            <a:ext cx="7929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7200" dirty="0" b="1">
                <a:solidFill>
                  <a:srgbClr val="F5C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Google</a:t>
            </a:r>
            <a:r>
              <a:rPr kumimoji="1" lang="ja-JP" altLang="en-US" sz="7200" dirty="0" b="1">
                <a:solidFill>
                  <a:srgbClr val="F5C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マップ戦略</a:t>
            </a:r>
            <a:endParaRPr kumimoji="1" lang="en-US" altLang="ja-JP" sz="7200" dirty="0">
              <a:solidFill>
                <a:schemeClr val="accent6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F0A2A6-098A-8B90-147C-CBF662DED8DD}"/>
              </a:ext>
            </a:extLst>
          </p:cNvPr>
          <p:cNvSpPr txBox="1"/>
          <p:nvPr/>
        </p:nvSpPr>
        <p:spPr>
          <a:xfrm>
            <a:off x="7983863" y="3009879"/>
            <a:ext cx="3584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 b="1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で勝つこと</a:t>
            </a:r>
            <a:endParaRPr kumimoji="1" lang="en-US" altLang="ja-JP" sz="44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467" y="2818507"/>
            <a:ext cx="1706761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77" y="2791123"/>
            <a:ext cx="1767780" cy="178980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192" y="2660898"/>
            <a:ext cx="2096988" cy="19887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086" y="2653903"/>
            <a:ext cx="1597075" cy="20916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246600" y="313866"/>
            <a:ext cx="9408765" cy="1088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今、MEO対策が必要な理由
お客様はこうしてお店を選んでいます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1217116" y="1905000"/>
            <a:ext cx="128230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</a:t>
            </a:r>
            <a:endParaRPr lang="en-US" sz="3900" dirty="0"/>
          </a:p>
        </p:txBody>
      </p:sp>
      <p:sp>
        <p:nvSpPr>
          <p:cNvPr id="9" name="Text 2"/>
          <p:cNvSpPr/>
          <p:nvPr/>
        </p:nvSpPr>
        <p:spPr>
          <a:xfrm>
            <a:off x="4084141" y="1905000"/>
            <a:ext cx="128230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</a:t>
            </a:r>
            <a:endParaRPr lang="en-US" sz="3900" dirty="0"/>
          </a:p>
        </p:txBody>
      </p:sp>
      <p:sp>
        <p:nvSpPr>
          <p:cNvPr id="10" name="Text 3"/>
          <p:cNvSpPr/>
          <p:nvPr/>
        </p:nvSpPr>
        <p:spPr>
          <a:xfrm>
            <a:off x="6951166" y="1905000"/>
            <a:ext cx="128230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</a:t>
            </a:r>
            <a:endParaRPr lang="en-US" sz="3900" dirty="0"/>
          </a:p>
        </p:txBody>
      </p:sp>
      <p:sp>
        <p:nvSpPr>
          <p:cNvPr id="11" name="Text 4"/>
          <p:cNvSpPr/>
          <p:nvPr/>
        </p:nvSpPr>
        <p:spPr>
          <a:xfrm>
            <a:off x="9807610" y="1905000"/>
            <a:ext cx="129498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行動</a:t>
            </a:r>
            <a:endParaRPr lang="en-US" sz="3900" dirty="0"/>
          </a:p>
        </p:txBody>
      </p:sp>
      <p:sp>
        <p:nvSpPr>
          <p:cNvPr id="12" name="Text 5"/>
          <p:cNvSpPr/>
          <p:nvPr/>
        </p:nvSpPr>
        <p:spPr>
          <a:xfrm>
            <a:off x="796061" y="5895856"/>
            <a:ext cx="10309860" cy="4339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17"/>
              </a:lnSpc>
              <a:buNone/>
            </a:pPr>
            <a:r>
              <a:rPr lang="en-US" sz="2550" dirty="0" err="1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これら全て、Googleマップ</a:t>
            </a:r>
            <a:r>
              <a:rPr lang="ja-JP" altLang="en-US" sz="25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</a:t>
            </a:r>
            <a:r>
              <a:rPr lang="en-US" sz="2550" dirty="0" err="1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で完結します</a:t>
            </a:r>
            <a:r>
              <a:rPr lang="en-US" sz="25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2550" dirty="0"/>
          </a:p>
        </p:txBody>
      </p:sp>
      <p:sp>
        <p:nvSpPr>
          <p:cNvPr id="13" name="Text 6"/>
          <p:cNvSpPr/>
          <p:nvPr/>
        </p:nvSpPr>
        <p:spPr>
          <a:xfrm>
            <a:off x="714375" y="4924425"/>
            <a:ext cx="311806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スマートフォンで検索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3633192" y="4953000"/>
            <a:ext cx="29419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写真や★評価で比較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6505575" y="4924425"/>
            <a:ext cx="256532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口コミを読んで決定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9423102" y="4953000"/>
            <a:ext cx="247673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ルート検索で来店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611" y="1573310"/>
            <a:ext cx="5721697" cy="44841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14396" y="266191"/>
            <a:ext cx="6737003" cy="1088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検索結果で最も目立つ場所
それが、Googleマップです</a:t>
            </a:r>
            <a:endParaRPr lang="en-US" sz="3600" dirty="0"/>
          </a:p>
        </p:txBody>
      </p:sp>
      <p:pic>
        <p:nvPicPr>
          <p:cNvPr id="7" name="図 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EAD28AC-9F42-5A36-8AC5-C3FC18D8D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948" y="1573310"/>
            <a:ext cx="2495022" cy="4123426"/>
          </a:xfrm>
          <a:prstGeom prst="rect">
            <a:avLst/>
          </a:prstGeom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12D043F-625F-FAEA-5F91-B5F46E092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454" y="1354422"/>
            <a:ext cx="1873651" cy="4905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94213" y="6162675"/>
            <a:ext cx="784544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32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最も目に入りやすい場所 にあなたの店舗を</a:t>
            </a:r>
            <a:endParaRPr lang="en-US" sz="3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588" y="4773067"/>
            <a:ext cx="755898" cy="7542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275" y="3291780"/>
            <a:ext cx="524173" cy="8365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384" y="2016175"/>
            <a:ext cx="767953" cy="49366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73" y="1940719"/>
            <a:ext cx="6047184" cy="35249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0741" y="492995"/>
            <a:ext cx="11290518" cy="7849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6181"/>
              </a:lnSpc>
              <a:buNone/>
            </a:pPr>
            <a:r>
              <a:rPr lang="en-US" sz="50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Googleマップが売上に直結する理由</a:t>
            </a:r>
            <a:endParaRPr lang="en-US" sz="5025" dirty="0"/>
          </a:p>
        </p:txBody>
      </p:sp>
      <p:sp>
        <p:nvSpPr>
          <p:cNvPr id="8" name="Text 1"/>
          <p:cNvSpPr/>
          <p:nvPr/>
        </p:nvSpPr>
        <p:spPr>
          <a:xfrm>
            <a:off x="8277225" y="1806509"/>
            <a:ext cx="2624196" cy="419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02"/>
              </a:lnSpc>
              <a:buNone/>
            </a:pPr>
            <a:r>
              <a:rPr lang="en-US" sz="27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圧倒的ビュー数</a:t>
            </a:r>
            <a:endParaRPr lang="en-US" sz="2775" dirty="0"/>
          </a:p>
        </p:txBody>
      </p:sp>
      <p:sp>
        <p:nvSpPr>
          <p:cNvPr id="9" name="Text 2"/>
          <p:cNvSpPr/>
          <p:nvPr/>
        </p:nvSpPr>
        <p:spPr>
          <a:xfrm>
            <a:off x="8248590" y="3247826"/>
            <a:ext cx="2652831" cy="419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02"/>
              </a:lnSpc>
              <a:buNone/>
            </a:pPr>
            <a:r>
              <a:rPr lang="en-US" sz="27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来店意欲の向上</a:t>
            </a:r>
            <a:endParaRPr lang="en-US" sz="2775" dirty="0"/>
          </a:p>
        </p:txBody>
      </p:sp>
      <p:sp>
        <p:nvSpPr>
          <p:cNvPr id="10" name="Text 3"/>
          <p:cNvSpPr/>
          <p:nvPr/>
        </p:nvSpPr>
        <p:spPr>
          <a:xfrm>
            <a:off x="8277225" y="4686168"/>
            <a:ext cx="1684675" cy="4193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02"/>
              </a:lnSpc>
              <a:buNone/>
            </a:pPr>
            <a:r>
              <a:rPr lang="en-US" sz="2775" b="1" dirty="0">
                <a:solidFill>
                  <a:srgbClr val="009999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売上拡大</a:t>
            </a:r>
            <a:endParaRPr lang="en-US" sz="2775" dirty="0"/>
          </a:p>
        </p:txBody>
      </p:sp>
      <p:sp>
        <p:nvSpPr>
          <p:cNvPr id="11" name="Text 4"/>
          <p:cNvSpPr/>
          <p:nvPr/>
        </p:nvSpPr>
        <p:spPr>
          <a:xfrm>
            <a:off x="641531" y="4909149"/>
            <a:ext cx="4035802" cy="7372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マップ上位に表示されること
で得られる効果</a:t>
            </a:r>
            <a:endParaRPr lang="en-US" sz="2250" dirty="0"/>
          </a:p>
        </p:txBody>
      </p:sp>
      <p:sp>
        <p:nvSpPr>
          <p:cNvPr id="12" name="Text 5"/>
          <p:cNvSpPr/>
          <p:nvPr/>
        </p:nvSpPr>
        <p:spPr>
          <a:xfrm>
            <a:off x="2061597" y="6153150"/>
            <a:ext cx="8750737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</a:t>
            </a:r>
            <a:r>
              <a:rPr lang="en-US" sz="2250" dirty="0" err="1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表示が、直接的な利益に繋がる体験を</a:t>
            </a: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ご実感ください</a:t>
            </a:r>
            <a:r>
              <a:rPr 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2250" dirty="0"/>
          </a:p>
        </p:txBody>
      </p:sp>
      <p:sp>
        <p:nvSpPr>
          <p:cNvPr id="13" name="Text 6"/>
          <p:cNvSpPr/>
          <p:nvPr/>
        </p:nvSpPr>
        <p:spPr>
          <a:xfrm>
            <a:off x="8277225" y="2377513"/>
            <a:ext cx="2841427" cy="2647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上位なら、多くの人に見られる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8248590" y="3733621"/>
            <a:ext cx="3352799" cy="529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写真・口コミなどを確認して
初めての店舗も安心して足を運べます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221928" y="5150313"/>
            <a:ext cx="3458238" cy="529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ルート検索・電話・予約と
来店行動の全てがMAPで完結します
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82" y="6117282"/>
            <a:ext cx="316855" cy="41820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7286" y="699492"/>
            <a:ext cx="402282" cy="5143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77426" y="644979"/>
            <a:ext cx="10309860" cy="634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9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Googleマップ経由で増える行動</a:t>
            </a:r>
            <a:endParaRPr lang="en-US" sz="4200" dirty="0"/>
          </a:p>
        </p:txBody>
      </p:sp>
      <p:pic>
        <p:nvPicPr>
          <p:cNvPr id="7" name="図 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7C62588E-20FB-2AAE-6B92-FB30B4464B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701" t="17171" b="28299"/>
          <a:stretch>
            <a:fillRect/>
          </a:stretch>
        </p:blipFill>
        <p:spPr>
          <a:xfrm>
            <a:off x="-340426" y="1433001"/>
            <a:ext cx="12543220" cy="443989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4612D282-DACF-8765-9353-DD876E6DF5B7}"/>
              </a:ext>
            </a:extLst>
          </p:cNvPr>
          <p:cNvSpPr/>
          <p:nvPr/>
        </p:nvSpPr>
        <p:spPr>
          <a:xfrm>
            <a:off x="560709" y="5281098"/>
            <a:ext cx="2225731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店舗をみつける</a:t>
            </a:r>
            <a:endParaRPr lang="en-US" sz="22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73A811B-8AD0-1DFB-7F7B-852EA6ACCA40}"/>
              </a:ext>
            </a:extLst>
          </p:cNvPr>
          <p:cNvSpPr/>
          <p:nvPr/>
        </p:nvSpPr>
        <p:spPr>
          <a:xfrm>
            <a:off x="3347148" y="5277372"/>
            <a:ext cx="2622331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写真・口コミを</a:t>
            </a: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見る</a:t>
            </a:r>
            <a:endParaRPr lang="en-US" sz="22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382FF35-8F3A-0144-20EC-071818B34078}"/>
              </a:ext>
            </a:extLst>
          </p:cNvPr>
          <p:cNvSpPr/>
          <p:nvPr/>
        </p:nvSpPr>
        <p:spPr>
          <a:xfrm>
            <a:off x="9489262" y="5240674"/>
            <a:ext cx="2225731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ルート検索</a:t>
            </a:r>
            <a:endParaRPr lang="en-US" sz="22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CE17EED-892F-E3C3-334D-31B11DEE8D8A}"/>
              </a:ext>
            </a:extLst>
          </p:cNvPr>
          <p:cNvSpPr/>
          <p:nvPr/>
        </p:nvSpPr>
        <p:spPr>
          <a:xfrm>
            <a:off x="6274064" y="5281098"/>
            <a:ext cx="2806675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ウェブサイトを見る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0CE1396-F096-5F70-EB88-BF7B7CB04EAA}"/>
              </a:ext>
            </a:extLst>
          </p:cNvPr>
          <p:cNvSpPr/>
          <p:nvPr/>
        </p:nvSpPr>
        <p:spPr>
          <a:xfrm>
            <a:off x="6178924" y="1284868"/>
            <a:ext cx="5425691" cy="5426015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561" y="2153394"/>
            <a:ext cx="2438400" cy="110400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23405" y="514310"/>
            <a:ext cx="10397728" cy="6234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09"/>
              </a:lnSpc>
              <a:buNone/>
            </a:pPr>
            <a:r>
              <a:rPr lang="ja-JP" altLang="en-US" sz="4125" b="1" dirty="0">
                <a:solidFill>
                  <a:srgbClr val="FFFFFF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選ばれる</a:t>
            </a:r>
            <a:r>
              <a:rPr lang="en-US" sz="4125" b="1" dirty="0" err="1">
                <a:solidFill>
                  <a:srgbClr val="FFFFFF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店舗と</a:t>
            </a:r>
            <a:r>
              <a:rPr lang="ja-JP" altLang="en-US" sz="4125" b="1" dirty="0">
                <a:solidFill>
                  <a:srgbClr val="FFFFFF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選ばれ</a:t>
            </a:r>
            <a:r>
              <a:rPr lang="en-US" sz="4125" b="1" dirty="0" err="1">
                <a:solidFill>
                  <a:srgbClr val="FFFFFF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ない店舗の差</a:t>
            </a:r>
            <a:endParaRPr lang="en-US" sz="4125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679BEB5-95BF-9066-AC4C-EA625B92C4FF}"/>
              </a:ext>
            </a:extLst>
          </p:cNvPr>
          <p:cNvSpPr/>
          <p:nvPr/>
        </p:nvSpPr>
        <p:spPr>
          <a:xfrm>
            <a:off x="517915" y="1285336"/>
            <a:ext cx="5425691" cy="542601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Text 1"/>
          <p:cNvSpPr/>
          <p:nvPr/>
        </p:nvSpPr>
        <p:spPr>
          <a:xfrm>
            <a:off x="1521619" y="5219461"/>
            <a:ext cx="3457575" cy="6234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09"/>
              </a:lnSpc>
              <a:buNone/>
            </a:pPr>
            <a:r>
              <a:rPr lang="en-US" sz="4125" b="1" kern="0" spc="6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機会損失</a:t>
            </a:r>
            <a:endParaRPr lang="en-US" sz="4125" dirty="0"/>
          </a:p>
        </p:txBody>
      </p:sp>
      <p:sp>
        <p:nvSpPr>
          <p:cNvPr id="7" name="Text 2"/>
          <p:cNvSpPr/>
          <p:nvPr/>
        </p:nvSpPr>
        <p:spPr>
          <a:xfrm>
            <a:off x="6822360" y="5200371"/>
            <a:ext cx="4425554" cy="6234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09"/>
              </a:lnSpc>
              <a:buNone/>
            </a:pPr>
            <a:r>
              <a:rPr lang="en-US" sz="4125" b="1" kern="0" spc="6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集客チャンス</a:t>
            </a:r>
            <a:endParaRPr lang="en-US" sz="4125" dirty="0">
              <a:solidFill>
                <a:schemeClr val="accent6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1233488" y="1495425"/>
            <a:ext cx="3771900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927"/>
              </a:lnSpc>
              <a:buNone/>
            </a:pPr>
            <a:r>
              <a:rPr lang="ja-JP" alt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</a:t>
            </a:r>
            <a:r>
              <a:rPr lang="en-US" sz="3300" b="1" dirty="0" err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ない店舗</a:t>
            </a:r>
            <a:endParaRPr lang="en-US" sz="3300" dirty="0"/>
          </a:p>
        </p:txBody>
      </p:sp>
      <p:sp>
        <p:nvSpPr>
          <p:cNvPr id="9" name="Text 4"/>
          <p:cNvSpPr/>
          <p:nvPr/>
        </p:nvSpPr>
        <p:spPr>
          <a:xfrm>
            <a:off x="7484471" y="1495425"/>
            <a:ext cx="2879110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927"/>
              </a:lnSpc>
              <a:buNone/>
            </a:pPr>
            <a:r>
              <a:rPr lang="ja-JP" alt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選ばれる</a:t>
            </a:r>
            <a:r>
              <a:rPr lang="en-US" sz="3300" b="1" dirty="0" err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店舗</a:t>
            </a:r>
            <a:endParaRPr lang="en-US" sz="33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90544FB-F363-C079-479E-DA60E6C76639}"/>
              </a:ext>
            </a:extLst>
          </p:cNvPr>
          <p:cNvSpPr/>
          <p:nvPr/>
        </p:nvSpPr>
        <p:spPr>
          <a:xfrm>
            <a:off x="770536" y="5854546"/>
            <a:ext cx="5325464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全体的に情報が不足していて更新も</a:t>
            </a:r>
            <a:endParaRPr lang="en-US" altLang="ja-JP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止まっている店舗は機会を損失しやすいです。</a:t>
            </a:r>
            <a:endParaRPr lang="en-US" dirty="0"/>
          </a:p>
        </p:txBody>
      </p:sp>
      <p:pic>
        <p:nvPicPr>
          <p:cNvPr id="14" name="図 13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F49B136D-2F65-548A-A780-9B92142CD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645" y="2092946"/>
            <a:ext cx="2970760" cy="2970760"/>
          </a:xfrm>
          <a:prstGeom prst="rect">
            <a:avLst/>
          </a:prstGeom>
        </p:spPr>
      </p:pic>
      <p:pic>
        <p:nvPicPr>
          <p:cNvPr id="19" name="図 18" descr="白黒の写真にテキストが書いてあるスクリーンショット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CD092E27-5846-47BB-0492-ED127295B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471" y="2158503"/>
            <a:ext cx="3007110" cy="2905203"/>
          </a:xfrm>
          <a:prstGeom prst="rect">
            <a:avLst/>
          </a:prstGeom>
        </p:spPr>
      </p:pic>
      <p:sp>
        <p:nvSpPr>
          <p:cNvPr id="22" name="Text 3">
            <a:extLst>
              <a:ext uri="{FF2B5EF4-FFF2-40B4-BE49-F238E27FC236}">
                <a16:creationId xmlns:a16="http://schemas.microsoft.com/office/drawing/2014/main" id="{69AA55A9-01BD-FFD1-C504-C2B4F1C780DF}"/>
              </a:ext>
            </a:extLst>
          </p:cNvPr>
          <p:cNvSpPr/>
          <p:nvPr/>
        </p:nvSpPr>
        <p:spPr>
          <a:xfrm>
            <a:off x="2277374" y="2341136"/>
            <a:ext cx="612475" cy="163901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写真がない</a:t>
            </a:r>
            <a:endParaRPr lang="en-US" sz="9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5C645110-050F-73D6-4260-D25AEE6544A9}"/>
              </a:ext>
            </a:extLst>
          </p:cNvPr>
          <p:cNvSpPr/>
          <p:nvPr/>
        </p:nvSpPr>
        <p:spPr>
          <a:xfrm>
            <a:off x="3439103" y="3219333"/>
            <a:ext cx="950810" cy="120301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住所が間違ってる</a:t>
            </a:r>
            <a:endParaRPr lang="en-US" sz="9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816F22F7-B02E-09E4-25D8-97D01CB28472}"/>
              </a:ext>
            </a:extLst>
          </p:cNvPr>
          <p:cNvSpPr/>
          <p:nvPr/>
        </p:nvSpPr>
        <p:spPr>
          <a:xfrm>
            <a:off x="9750838" y="2317382"/>
            <a:ext cx="577117" cy="105237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正しい情報</a:t>
            </a:r>
            <a:endParaRPr lang="en-US" sz="9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419EAB3-80FB-E8FE-65FD-0C6881AA9F7A}"/>
              </a:ext>
            </a:extLst>
          </p:cNvPr>
          <p:cNvSpPr/>
          <p:nvPr/>
        </p:nvSpPr>
        <p:spPr>
          <a:xfrm>
            <a:off x="7860683" y="2341136"/>
            <a:ext cx="669759" cy="81483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写真が豊富</a:t>
            </a:r>
            <a:endParaRPr lang="en-US" sz="9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0821025-776C-AD11-1804-C6DB95F5FD94}"/>
              </a:ext>
            </a:extLst>
          </p:cNvPr>
          <p:cNvSpPr/>
          <p:nvPr/>
        </p:nvSpPr>
        <p:spPr>
          <a:xfrm>
            <a:off x="9462279" y="3473089"/>
            <a:ext cx="865676" cy="105237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沢山の高評価な口コミ</a:t>
            </a:r>
            <a:endParaRPr lang="en-US" sz="9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8C6AA055-FD9D-67B3-C01B-DA740064BB1A}"/>
              </a:ext>
            </a:extLst>
          </p:cNvPr>
          <p:cNvSpPr/>
          <p:nvPr/>
        </p:nvSpPr>
        <p:spPr>
          <a:xfrm>
            <a:off x="6362075" y="5817885"/>
            <a:ext cx="5325464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整えられたビジネスプロフィールが見つかることで</a:t>
            </a:r>
            <a:endParaRPr lang="en-US" altLang="ja-JP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ライバルと差をつけ、選ばれる店舗に！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290" y="1741884"/>
            <a:ext cx="10119271" cy="37375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9679" y="866775"/>
            <a:ext cx="10498455" cy="6810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363"/>
              </a:lnSpc>
              <a:buNone/>
            </a:pPr>
            <a:r>
              <a:rPr lang="en-US" sz="41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上位表示されると何が変わるのか</a:t>
            </a:r>
            <a:endParaRPr lang="en-US" sz="4125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FA02709-DE3B-C74D-0241-380C2C5D15A7}"/>
              </a:ext>
            </a:extLst>
          </p:cNvPr>
          <p:cNvSpPr/>
          <p:nvPr/>
        </p:nvSpPr>
        <p:spPr>
          <a:xfrm>
            <a:off x="2800457" y="5615732"/>
            <a:ext cx="6590936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どれだけプロフィールを整えても、</a:t>
            </a:r>
            <a:endParaRPr lang="en-US" altLang="ja-JP" sz="2250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見つからなければ効果は得られません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63" y="1741884"/>
            <a:ext cx="10302180" cy="32300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7300" y="466725"/>
            <a:ext cx="12245995" cy="7558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952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Googleが店舗を評価する3つの要素</a:t>
            </a:r>
            <a:endParaRPr lang="en-US" sz="46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F211FFD-FD24-4AAA-24E3-041ABC43449C}"/>
              </a:ext>
            </a:extLst>
          </p:cNvPr>
          <p:cNvSpPr/>
          <p:nvPr/>
        </p:nvSpPr>
        <p:spPr>
          <a:xfrm>
            <a:off x="2348527" y="5491162"/>
            <a:ext cx="8010662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en-US" altLang="ja-JP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</a:t>
            </a: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のアルゴリズムは日々変わっており、一般ユーザー様自身で</a:t>
            </a:r>
            <a:r>
              <a:rPr lang="en-US" altLang="ja-JP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</a:t>
            </a:r>
            <a:r>
              <a:rPr lang="ja-JP" altLang="en-US" sz="22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対策をするのは困難な領域になります。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961" y="1501825"/>
            <a:ext cx="3937992" cy="2791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57" y="1392138"/>
            <a:ext cx="6047184" cy="40530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30289" y="638175"/>
            <a:ext cx="6613327" cy="589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41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距離とエリアの考え方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7058025" y="4638675"/>
            <a:ext cx="4515743" cy="709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94"/>
              </a:lnSpc>
              <a:buNone/>
            </a:pPr>
            <a:r>
              <a:rPr lang="en-US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Googleは距離だけでなく、
関連性・知名度も総合的に判断します</a:t>
            </a:r>
            <a:endParaRPr lang="en-US" sz="1875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371E8A5-25D1-D99D-EEC0-A73CD2D3E527}"/>
              </a:ext>
            </a:extLst>
          </p:cNvPr>
          <p:cNvSpPr/>
          <p:nvPr/>
        </p:nvSpPr>
        <p:spPr>
          <a:xfrm>
            <a:off x="2802263" y="5749017"/>
            <a:ext cx="7240303" cy="709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94"/>
              </a:lnSpc>
              <a:buNone/>
            </a:pPr>
            <a:r>
              <a:rPr lang="ja-JP" altLang="en-US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地名など、具体的に顧客になりやすいキーワードで対策することでより効果的に運用できます。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253186"/>
            <a:ext cx="402282" cy="3702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577" y="2043559"/>
            <a:ext cx="3048000" cy="25991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580" y="2461915"/>
            <a:ext cx="2279898" cy="16046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1169" y="4114800"/>
            <a:ext cx="316855" cy="33590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0596" y="3641527"/>
            <a:ext cx="1292275" cy="2742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365" y="3086100"/>
            <a:ext cx="280392" cy="3290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3373" y="2071092"/>
            <a:ext cx="329059" cy="3290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882" y="1940719"/>
            <a:ext cx="682675" cy="287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3067" y="1549896"/>
            <a:ext cx="3523357" cy="329059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832735" y="419100"/>
            <a:ext cx="7040880" cy="634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9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知名度・口コミの影響</a:t>
            </a:r>
            <a:endParaRPr lang="en-US" sz="4200" dirty="0"/>
          </a:p>
        </p:txBody>
      </p:sp>
      <p:sp>
        <p:nvSpPr>
          <p:cNvPr id="13" name="Text 1"/>
          <p:cNvSpPr/>
          <p:nvPr/>
        </p:nvSpPr>
        <p:spPr>
          <a:xfrm>
            <a:off x="5170557" y="2038350"/>
            <a:ext cx="1961317" cy="396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知名度UP</a:t>
            </a:r>
            <a:endParaRPr lang="en-US" sz="2625" dirty="0"/>
          </a:p>
        </p:txBody>
      </p:sp>
      <p:sp>
        <p:nvSpPr>
          <p:cNvPr id="14" name="Text 2"/>
          <p:cNvSpPr/>
          <p:nvPr/>
        </p:nvSpPr>
        <p:spPr>
          <a:xfrm>
            <a:off x="1820191" y="5272584"/>
            <a:ext cx="1653778" cy="331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口コミの数</a:t>
            </a:r>
            <a:endParaRPr lang="en-US" sz="2175" dirty="0"/>
          </a:p>
        </p:txBody>
      </p:sp>
      <p:sp>
        <p:nvSpPr>
          <p:cNvPr id="15" name="Text 3"/>
          <p:cNvSpPr/>
          <p:nvPr/>
        </p:nvSpPr>
        <p:spPr>
          <a:xfrm>
            <a:off x="5479719" y="5253170"/>
            <a:ext cx="161163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口コミの質</a:t>
            </a:r>
            <a:endParaRPr lang="en-US" sz="2100" dirty="0"/>
          </a:p>
        </p:txBody>
      </p:sp>
      <p:sp>
        <p:nvSpPr>
          <p:cNvPr id="16" name="Text 4"/>
          <p:cNvSpPr/>
          <p:nvPr/>
        </p:nvSpPr>
        <p:spPr>
          <a:xfrm>
            <a:off x="8715375" y="5267325"/>
            <a:ext cx="2022753" cy="331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オーナー返信</a:t>
            </a:r>
            <a:endParaRPr lang="en-US" sz="2175" dirty="0"/>
          </a:p>
        </p:txBody>
      </p:sp>
      <p:sp>
        <p:nvSpPr>
          <p:cNvPr id="17" name="Text 5"/>
          <p:cNvSpPr/>
          <p:nvPr/>
        </p:nvSpPr>
        <p:spPr>
          <a:xfrm>
            <a:off x="1011898" y="5797947"/>
            <a:ext cx="3418119" cy="4914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35"/>
              </a:lnSpc>
              <a:buNone/>
            </a:pPr>
            <a:r>
              <a:rPr lang="en-US" sz="15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多くのポジティブな口コミは、信頼性
を高め、新規顧客を引きつけます。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4953000" y="5810250"/>
            <a:ext cx="2396430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38"/>
              </a:lnSpc>
              <a:buNone/>
            </a:pPr>
            <a:r>
              <a:rPr lang="en-US" sz="142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具体的な評価と高い評価は、
順位だけでなく来店意欲に！
</a:t>
            </a:r>
            <a:endParaRPr lang="en-US" sz="1425" dirty="0"/>
          </a:p>
        </p:txBody>
      </p:sp>
      <p:sp>
        <p:nvSpPr>
          <p:cNvPr id="19" name="Text 7"/>
          <p:cNvSpPr/>
          <p:nvPr/>
        </p:nvSpPr>
        <p:spPr>
          <a:xfrm>
            <a:off x="7972301" y="5810250"/>
            <a:ext cx="4065320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38"/>
              </a:lnSpc>
              <a:buNone/>
            </a:pPr>
            <a:r>
              <a:rPr lang="ja-JP" altLang="en-US" sz="142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口コミに対して一つ一つ真摯に返信することが</a:t>
            </a:r>
            <a:endParaRPr lang="en-US" altLang="ja-JP" sz="1425" dirty="0">
              <a:solidFill>
                <a:srgbClr val="2C2C2C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lnSpc>
                <a:spcPts val="1838"/>
              </a:lnSpc>
              <a:buNone/>
            </a:pPr>
            <a:r>
              <a:rPr lang="en-US" altLang="ja-JP" sz="142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</a:t>
            </a:r>
            <a:r>
              <a:rPr lang="ja-JP" altLang="en-US" sz="142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からもユーザーからも評価になります。</a:t>
            </a:r>
            <a:r>
              <a:rPr lang="en-US" sz="142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endParaRPr lang="en-US" sz="1425" dirty="0"/>
          </a:p>
        </p:txBody>
      </p:sp>
      <p:sp>
        <p:nvSpPr>
          <p:cNvPr id="20" name="Text 8"/>
          <p:cNvSpPr/>
          <p:nvPr/>
        </p:nvSpPr>
        <p:spPr>
          <a:xfrm>
            <a:off x="2114550" y="2057400"/>
            <a:ext cx="2625031" cy="626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 err="1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素晴らしいサービスでした！スタッフの対応が丁寧で、また利用したい</a:t>
            </a:r>
            <a:r>
              <a:rPr lang="en-US" sz="12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です。</a:t>
            </a:r>
            <a:endParaRPr lang="en-US" sz="1275" dirty="0"/>
          </a:p>
        </p:txBody>
      </p:sp>
      <p:sp>
        <p:nvSpPr>
          <p:cNvPr id="21" name="Text 9"/>
          <p:cNvSpPr/>
          <p:nvPr/>
        </p:nvSpPr>
        <p:spPr>
          <a:xfrm>
            <a:off x="1485899" y="3084538"/>
            <a:ext cx="2944118" cy="626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期待以上でした。店内も清潔で、料
理も美味しかったです。友人にも勧
めたいです。</a:t>
            </a:r>
            <a:endParaRPr lang="en-US" sz="1275" dirty="0"/>
          </a:p>
        </p:txBody>
      </p:sp>
      <p:sp>
        <p:nvSpPr>
          <p:cNvPr id="22" name="Text 10"/>
          <p:cNvSpPr/>
          <p:nvPr/>
        </p:nvSpPr>
        <p:spPr>
          <a:xfrm>
            <a:off x="2114550" y="4133850"/>
            <a:ext cx="3069878" cy="4179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非常に満足です。細部にまでこだわ
りを感じました。また必ず伺います。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698" y="6089898"/>
            <a:ext cx="487561" cy="65142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96" y="5513784"/>
            <a:ext cx="646063" cy="857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486" y="3854053"/>
            <a:ext cx="536377" cy="5348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957" y="3867894"/>
            <a:ext cx="670471" cy="49366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875" y="1899642"/>
            <a:ext cx="609600" cy="5348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773" y="1920180"/>
            <a:ext cx="548580" cy="54858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60361" y="191988"/>
            <a:ext cx="438894" cy="16938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16667" y="562273"/>
            <a:ext cx="609600" cy="8160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809503" y="647700"/>
            <a:ext cx="7091065" cy="6121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82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選ばれる店舗の共通点</a:t>
            </a:r>
            <a:endParaRPr lang="en-US" sz="4050" dirty="0"/>
          </a:p>
        </p:txBody>
      </p:sp>
      <p:sp>
        <p:nvSpPr>
          <p:cNvPr id="12" name="Text 1"/>
          <p:cNvSpPr/>
          <p:nvPr/>
        </p:nvSpPr>
        <p:spPr>
          <a:xfrm>
            <a:off x="1876425" y="2009775"/>
            <a:ext cx="3583305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情報が正確で充実</a:t>
            </a:r>
            <a:endParaRPr lang="en-US" sz="2625" dirty="0"/>
          </a:p>
        </p:txBody>
      </p:sp>
      <p:sp>
        <p:nvSpPr>
          <p:cNvPr id="13" name="Text 2"/>
          <p:cNvSpPr/>
          <p:nvPr/>
        </p:nvSpPr>
        <p:spPr>
          <a:xfrm>
            <a:off x="7239000" y="2009775"/>
            <a:ext cx="3972997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写真が魅力的で豊富</a:t>
            </a:r>
            <a:endParaRPr lang="en-US" sz="2625" dirty="0"/>
          </a:p>
        </p:txBody>
      </p:sp>
      <p:sp>
        <p:nvSpPr>
          <p:cNvPr id="14" name="Text 3"/>
          <p:cNvSpPr/>
          <p:nvPr/>
        </p:nvSpPr>
        <p:spPr>
          <a:xfrm>
            <a:off x="1876425" y="3943350"/>
            <a:ext cx="4450735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高評価の口コミが多い</a:t>
            </a:r>
            <a:endParaRPr lang="en-US" sz="2625" dirty="0"/>
          </a:p>
        </p:txBody>
      </p:sp>
      <p:sp>
        <p:nvSpPr>
          <p:cNvPr id="15" name="Text 4"/>
          <p:cNvSpPr/>
          <p:nvPr/>
        </p:nvSpPr>
        <p:spPr>
          <a:xfrm>
            <a:off x="7239000" y="3943350"/>
            <a:ext cx="3532942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定期的に情報更新</a:t>
            </a:r>
            <a:endParaRPr lang="en-US" sz="2625" dirty="0"/>
          </a:p>
        </p:txBody>
      </p:sp>
      <p:sp>
        <p:nvSpPr>
          <p:cNvPr id="16" name="Text 5"/>
          <p:cNvSpPr/>
          <p:nvPr/>
        </p:nvSpPr>
        <p:spPr>
          <a:xfrm>
            <a:off x="2374300" y="6067425"/>
            <a:ext cx="8084403" cy="2981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47"/>
              </a:lnSpc>
              <a:buNone/>
            </a:pPr>
            <a:r>
              <a:rPr lang="en-US" sz="15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これらの要素を弊社ＭＥＯ対策でまるっと解決できます！</a:t>
            </a:r>
            <a:endParaRPr lang="en-US" sz="1575" dirty="0"/>
          </a:p>
        </p:txBody>
      </p:sp>
      <p:sp>
        <p:nvSpPr>
          <p:cNvPr id="17" name="Text 6"/>
          <p:cNvSpPr/>
          <p:nvPr/>
        </p:nvSpPr>
        <p:spPr>
          <a:xfrm>
            <a:off x="1876425" y="2552700"/>
            <a:ext cx="4274790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営業時間・住所・電話番号・ウェブサイ
トなど必要な情報が最新かつ正確</a:t>
            </a:r>
            <a:endParaRPr lang="en-US" sz="1650" dirty="0"/>
          </a:p>
        </p:txBody>
      </p:sp>
      <p:sp>
        <p:nvSpPr>
          <p:cNvPr id="18" name="Text 7"/>
          <p:cNvSpPr/>
          <p:nvPr/>
        </p:nvSpPr>
        <p:spPr>
          <a:xfrm>
            <a:off x="7239000" y="2552700"/>
            <a:ext cx="4274790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店舗外観・内観・商品・サービス・スタ
ッフなど来店意欲を高める写真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1876425" y="4486275"/>
            <a:ext cx="3834705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お客様からのポジティブな口コミと
オーナーの丁寧な返信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7239000" y="4486275"/>
            <a:ext cx="4274790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新商品・イベント・キャンペーンなどの
最新情報を定期発信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996" y="4629150"/>
            <a:ext cx="816769" cy="5143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384" y="4629150"/>
            <a:ext cx="694879" cy="5211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569" y="4553694"/>
            <a:ext cx="585192" cy="6582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996" y="1467594"/>
            <a:ext cx="6717655" cy="292834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614681" y="600075"/>
            <a:ext cx="9656028" cy="6515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130"/>
              </a:lnSpc>
              <a:buNone/>
            </a:pPr>
            <a:r>
              <a:rPr lang="en-US" sz="42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口コミが来店を後押しする理由</a:t>
            </a:r>
            <a:endParaRPr lang="en-US" sz="4275" dirty="0"/>
          </a:p>
        </p:txBody>
      </p:sp>
      <p:sp>
        <p:nvSpPr>
          <p:cNvPr id="8" name="Text 1"/>
          <p:cNvSpPr/>
          <p:nvPr/>
        </p:nvSpPr>
        <p:spPr>
          <a:xfrm>
            <a:off x="2350591" y="5324475"/>
            <a:ext cx="1282303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安心感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5512891" y="5324475"/>
            <a:ext cx="1282303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信頼性</a:t>
            </a:r>
            <a:endParaRPr lang="en-US" sz="2250" dirty="0"/>
          </a:p>
        </p:txBody>
      </p:sp>
      <p:sp>
        <p:nvSpPr>
          <p:cNvPr id="10" name="Text 3"/>
          <p:cNvSpPr/>
          <p:nvPr/>
        </p:nvSpPr>
        <p:spPr>
          <a:xfrm>
            <a:off x="8280083" y="5324475"/>
            <a:ext cx="213741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社会的証明</a:t>
            </a:r>
            <a:endParaRPr lang="en-US" sz="2250" dirty="0"/>
          </a:p>
        </p:txBody>
      </p:sp>
      <p:sp>
        <p:nvSpPr>
          <p:cNvPr id="11" name="Text 4"/>
          <p:cNvSpPr/>
          <p:nvPr/>
        </p:nvSpPr>
        <p:spPr>
          <a:xfrm>
            <a:off x="426244" y="6153150"/>
            <a:ext cx="12258675" cy="3452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19"/>
              </a:lnSpc>
              <a:buNone/>
            </a:pPr>
            <a:r>
              <a:rPr lang="en-US" sz="2175" i="1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多くの高評価な口コミが、お客様の「失敗しない」という安心感を生み出します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41246-BDDA-0E4E-D2D5-529049F0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5E9FFA3-90CC-6D4A-504D-02E7ECEE8616}"/>
              </a:ext>
            </a:extLst>
          </p:cNvPr>
          <p:cNvSpPr/>
          <p:nvPr/>
        </p:nvSpPr>
        <p:spPr>
          <a:xfrm>
            <a:off x="1612583" y="676275"/>
            <a:ext cx="9681210" cy="5441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en-US" sz="3600" b="1" dirty="0" err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AIを活用した口コミ返信</a:t>
            </a:r>
            <a:endParaRPr lang="en-US" sz="3600" dirty="0"/>
          </a:p>
        </p:txBody>
      </p:sp>
      <p:pic>
        <p:nvPicPr>
          <p:cNvPr id="9" name="図 8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F864C2D2-FF02-9F52-F850-65B1C4DDF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38" y="1358152"/>
            <a:ext cx="4301451" cy="5005324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61E9E094-57EE-75BF-75A3-026DF2BE5356}"/>
              </a:ext>
            </a:extLst>
          </p:cNvPr>
          <p:cNvSpPr/>
          <p:nvPr/>
        </p:nvSpPr>
        <p:spPr>
          <a:xfrm>
            <a:off x="5587312" y="1305295"/>
            <a:ext cx="5706481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口コミの返信文章に</a:t>
            </a:r>
            <a:endParaRPr lang="en-US" altLang="ja-JP" sz="2800" b="1" dirty="0">
              <a:solidFill>
                <a:schemeClr val="accent4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迷ったことはありませんか？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7E23927-79C9-6C81-4B8D-CCEC8634EBD6}"/>
              </a:ext>
            </a:extLst>
          </p:cNvPr>
          <p:cNvSpPr/>
          <p:nvPr/>
        </p:nvSpPr>
        <p:spPr>
          <a:xfrm>
            <a:off x="5129873" y="2659533"/>
            <a:ext cx="6434041" cy="109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ボタン一つで、楽々文書作成、返信！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更に、</a:t>
            </a: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が口コミ内容を理解し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人</a:t>
            </a: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人に最適な文章で返信します。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返信の手間を減らし、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オーナー様は本業に集中して頂けます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213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C68F8-1BFB-10EC-62A9-143AE003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F2822E8-B5C6-756D-5A03-D214AE8BDA01}"/>
              </a:ext>
            </a:extLst>
          </p:cNvPr>
          <p:cNvSpPr/>
          <p:nvPr/>
        </p:nvSpPr>
        <p:spPr>
          <a:xfrm>
            <a:off x="1612583" y="676275"/>
            <a:ext cx="9681210" cy="5441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ja-JP" alt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投稿は一気に準備できます</a:t>
            </a:r>
            <a:endParaRPr lang="en-US" sz="36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7406F01-89DD-D1B3-9F29-C5F0910D5527}"/>
              </a:ext>
            </a:extLst>
          </p:cNvPr>
          <p:cNvSpPr/>
          <p:nvPr/>
        </p:nvSpPr>
        <p:spPr>
          <a:xfrm>
            <a:off x="705458" y="1461875"/>
            <a:ext cx="5706481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en-US" altLang="ja-JP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</a:t>
            </a:r>
            <a:r>
              <a:rPr lang="ja-JP" alt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の更新がなかなか続かない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71FC7CF-AE25-EBC6-E3B8-CAC157F166D0}"/>
              </a:ext>
            </a:extLst>
          </p:cNvPr>
          <p:cNvSpPr/>
          <p:nvPr/>
        </p:nvSpPr>
        <p:spPr>
          <a:xfrm>
            <a:off x="341677" y="2300191"/>
            <a:ext cx="6434041" cy="109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忙しいオーナー様にこそ使ってほしい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で最適な投稿を作成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さらに、予約機能を使えば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ヶ月分のストックを作ることも！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弊社の</a:t>
            </a: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対策はオーナー様の手間を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最大限お手伝いします。</a:t>
            </a:r>
            <a:endParaRPr lang="en-US" sz="2400" dirty="0"/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7549E80-846C-A24D-8588-B30C4383D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699" y="1346672"/>
            <a:ext cx="4681854" cy="446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6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482" y="1501825"/>
            <a:ext cx="1731169" cy="30997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894" y="1796653"/>
            <a:ext cx="1743373" cy="27842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157" y="2482453"/>
            <a:ext cx="1718965" cy="21190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663" y="2653903"/>
            <a:ext cx="2121396" cy="20435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3984" y="294829"/>
            <a:ext cx="963067" cy="96693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14375" y="600075"/>
            <a:ext cx="8046720" cy="6515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130"/>
              </a:lnSpc>
              <a:buNone/>
            </a:pPr>
            <a:r>
              <a:rPr lang="en-US" sz="42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継続運用が成果を生む理由</a:t>
            </a:r>
            <a:endParaRPr lang="en-US" sz="4275" dirty="0"/>
          </a:p>
        </p:txBody>
      </p:sp>
      <p:sp>
        <p:nvSpPr>
          <p:cNvPr id="9" name="Text 1"/>
          <p:cNvSpPr/>
          <p:nvPr/>
        </p:nvSpPr>
        <p:spPr>
          <a:xfrm>
            <a:off x="2228096" y="5598691"/>
            <a:ext cx="7662664" cy="9203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24"/>
              </a:lnSpc>
              <a:buNone/>
            </a:pPr>
            <a:r>
              <a:rPr 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MEO対策は</a:t>
            </a:r>
            <a:r>
              <a:rPr lang="en-US" sz="2400" b="1" dirty="0">
                <a:solidFill>
                  <a:srgbClr val="009999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早期導入・継続的な育成</a:t>
            </a:r>
            <a:r>
              <a:rPr 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が成功の鍵です
手間なく、継続しましょう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1053465" y="4848225"/>
            <a:ext cx="176022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初期設定
</a:t>
            </a:r>
            <a:endParaRPr lang="en-US" sz="2700" dirty="0"/>
          </a:p>
        </p:txBody>
      </p:sp>
      <p:sp>
        <p:nvSpPr>
          <p:cNvPr id="11" name="Text 3"/>
          <p:cNvSpPr/>
          <p:nvPr/>
        </p:nvSpPr>
        <p:spPr>
          <a:xfrm>
            <a:off x="3707041" y="4848225"/>
            <a:ext cx="2149912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日々の運用
</a:t>
            </a:r>
            <a:endParaRPr lang="en-US" sz="2700" dirty="0"/>
          </a:p>
        </p:txBody>
      </p:sp>
      <p:sp>
        <p:nvSpPr>
          <p:cNvPr id="12" name="Text 4"/>
          <p:cNvSpPr/>
          <p:nvPr/>
        </p:nvSpPr>
        <p:spPr>
          <a:xfrm>
            <a:off x="6506349" y="4848225"/>
            <a:ext cx="2162413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継続的更新
</a:t>
            </a:r>
            <a:endParaRPr lang="en-US" sz="2700" dirty="0"/>
          </a:p>
        </p:txBody>
      </p:sp>
      <p:sp>
        <p:nvSpPr>
          <p:cNvPr id="13" name="Text 5"/>
          <p:cNvSpPr/>
          <p:nvPr/>
        </p:nvSpPr>
        <p:spPr>
          <a:xfrm>
            <a:off x="9328785" y="4848225"/>
            <a:ext cx="201168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上位継続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/>
          <p:cNvSpPr/>
          <p:nvPr/>
        </p:nvSpPr>
        <p:spPr>
          <a:xfrm>
            <a:off x="2377440" y="533400"/>
            <a:ext cx="8046720" cy="6573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177"/>
              </a:lnSpc>
              <a:buNone/>
            </a:pPr>
            <a:r>
              <a:rPr lang="ja-JP" altLang="en-US" sz="4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目に見える、</a:t>
            </a:r>
            <a:r>
              <a:rPr lang="en-US" sz="4350" b="1" dirty="0" err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閲覧数の増加</a:t>
            </a:r>
            <a:endParaRPr lang="en-US" sz="4350" dirty="0"/>
          </a:p>
        </p:txBody>
      </p:sp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1B5ECBB9-DD3E-1710-7DCB-457C715D7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40" y="1412240"/>
            <a:ext cx="6528789" cy="51308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9DAB577-9FF6-B877-D9EE-2C3443D7C644}"/>
              </a:ext>
            </a:extLst>
          </p:cNvPr>
          <p:cNvSpPr/>
          <p:nvPr/>
        </p:nvSpPr>
        <p:spPr>
          <a:xfrm>
            <a:off x="7609840" y="1518419"/>
            <a:ext cx="408432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キーワードが上位だったとしても、見られなければ意味がありません。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弊社の</a:t>
            </a:r>
            <a:r>
              <a:rPr lang="en-US" altLang="ja-JP" sz="2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対策は、毎月の閲覧数をグラフ化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さらに、前年と比較することで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をご実感いただけます。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B8E16FF-24A6-E3FA-517F-2C39DC64E43C}"/>
              </a:ext>
            </a:extLst>
          </p:cNvPr>
          <p:cNvSpPr/>
          <p:nvPr/>
        </p:nvSpPr>
        <p:spPr>
          <a:xfrm>
            <a:off x="7522793" y="4481936"/>
            <a:ext cx="3526208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32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成長する</a:t>
            </a:r>
            <a:r>
              <a:rPr lang="en-US" altLang="ja-JP" sz="32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</a:t>
            </a:r>
            <a:r>
              <a:rPr lang="ja-JP" altLang="en-US" sz="32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</a:t>
            </a:r>
            <a:endParaRPr lang="en-US" sz="3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490" y="1735038"/>
            <a:ext cx="2828479" cy="213270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094" y="2599134"/>
            <a:ext cx="2767459" cy="21670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90" y="3449538"/>
            <a:ext cx="2755255" cy="196810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954179" y="466725"/>
            <a:ext cx="672655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検索順位の上昇イメージ</a:t>
            </a:r>
            <a:endParaRPr lang="en-US" sz="3375" dirty="0"/>
          </a:p>
        </p:txBody>
      </p:sp>
      <p:sp>
        <p:nvSpPr>
          <p:cNvPr id="7" name="Text 1"/>
          <p:cNvSpPr/>
          <p:nvPr/>
        </p:nvSpPr>
        <p:spPr>
          <a:xfrm>
            <a:off x="2494790" y="6162675"/>
            <a:ext cx="7959453" cy="331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610"/>
              </a:lnSpc>
              <a:buNone/>
            </a:pPr>
            <a:r>
              <a:rPr lang="en-US" sz="2175" dirty="0" err="1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</a:t>
            </a:r>
            <a:r>
              <a:rPr lang="ja-JP" altLang="en-US" sz="2175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en-US" sz="2175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、段階的に上位表示を実現していきましょう！</a:t>
            </a:r>
            <a:endParaRPr lang="en-US" sz="2175" dirty="0"/>
          </a:p>
        </p:txBody>
      </p:sp>
      <p:sp>
        <p:nvSpPr>
          <p:cNvPr id="8" name="Text 2"/>
          <p:cNvSpPr/>
          <p:nvPr/>
        </p:nvSpPr>
        <p:spPr>
          <a:xfrm>
            <a:off x="2042264" y="3067050"/>
            <a:ext cx="867430" cy="3045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対策前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5575176" y="2238375"/>
            <a:ext cx="1106388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0.5ヶ月後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9270876" y="1390650"/>
            <a:ext cx="1106388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1ヶ月後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408375" y="5581650"/>
            <a:ext cx="2187595" cy="280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20位以下（圏外）</a:t>
            </a:r>
            <a:endParaRPr lang="en-US" sz="1575" dirty="0"/>
          </a:p>
        </p:txBody>
      </p:sp>
      <p:sp>
        <p:nvSpPr>
          <p:cNvPr id="12" name="Text 6"/>
          <p:cNvSpPr/>
          <p:nvPr/>
        </p:nvSpPr>
        <p:spPr>
          <a:xfrm>
            <a:off x="5864647" y="4848225"/>
            <a:ext cx="49024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8位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8760619" y="4057650"/>
            <a:ext cx="2200275" cy="280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2位（TOP3入り）</a:t>
            </a:r>
            <a:endParaRPr lang="en-US" sz="15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77" y="1686967"/>
            <a:ext cx="10765482" cy="381982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40735" y="523875"/>
            <a:ext cx="10485775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775"/>
              </a:lnSpc>
              <a:buNone/>
            </a:pPr>
            <a:r>
              <a:rPr lang="en-US" sz="41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電話・ルート検索・来店数の変化</a:t>
            </a:r>
            <a:endParaRPr lang="en-US" sz="4125" dirty="0"/>
          </a:p>
        </p:txBody>
      </p:sp>
      <p:sp>
        <p:nvSpPr>
          <p:cNvPr id="5" name="Text 1"/>
          <p:cNvSpPr/>
          <p:nvPr/>
        </p:nvSpPr>
        <p:spPr>
          <a:xfrm>
            <a:off x="214603" y="5914945"/>
            <a:ext cx="11177289" cy="4566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596"/>
              </a:lnSpc>
              <a:buNone/>
            </a:pPr>
            <a:r>
              <a:rPr lang="en-US" sz="2550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信頼できる店舗になることで、お客様からのアクションが飛躍的に増加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/>
          <p:cNvSpPr/>
          <p:nvPr/>
        </p:nvSpPr>
        <p:spPr>
          <a:xfrm>
            <a:off x="1697656" y="466685"/>
            <a:ext cx="9228475" cy="688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21"/>
              </a:lnSpc>
              <a:buNone/>
            </a:pPr>
            <a:r>
              <a:rPr lang="en-US" sz="3900" b="1" kern="0" spc="6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グラフで分かる、1年間の成長</a:t>
            </a:r>
            <a:endParaRPr lang="en-US" sz="3900" dirty="0"/>
          </a:p>
        </p:txBody>
      </p:sp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24D97713-28E0-A320-1558-9C4A0AE1A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13" y="1239520"/>
            <a:ext cx="6305604" cy="510540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184EE07-76AB-FE30-764D-E5F2B263956B}"/>
              </a:ext>
            </a:extLst>
          </p:cNvPr>
          <p:cNvSpPr/>
          <p:nvPr/>
        </p:nvSpPr>
        <p:spPr>
          <a:xfrm>
            <a:off x="6803437" y="1408489"/>
            <a:ext cx="5236163" cy="109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前年よりも伸びているのか？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対策の効果がでているのか？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オーナー様の不安を目に見える形で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解決します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0EDBEEC-17EF-5F7C-BD6F-6519735C9716}"/>
              </a:ext>
            </a:extLst>
          </p:cNvPr>
          <p:cNvSpPr/>
          <p:nvPr/>
        </p:nvSpPr>
        <p:spPr>
          <a:xfrm>
            <a:off x="6522032" y="4592055"/>
            <a:ext cx="5706481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対策に自信があるからこそ</a:t>
            </a:r>
            <a:endParaRPr lang="en-US" altLang="ja-JP" sz="2400" b="1" dirty="0">
              <a:solidFill>
                <a:schemeClr val="accent4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見ていただきたい実績</a:t>
            </a:r>
            <a:endParaRPr lang="en-US" sz="24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165" y="5616625"/>
            <a:ext cx="1389757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86" y="2345382"/>
            <a:ext cx="4572000" cy="317524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22432" y="476230"/>
            <a:ext cx="10133767" cy="652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138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導入前後の比較イメージ</a:t>
            </a:r>
            <a:endParaRPr lang="en-US" sz="3750" dirty="0"/>
          </a:p>
        </p:txBody>
      </p:sp>
      <p:sp>
        <p:nvSpPr>
          <p:cNvPr id="6" name="Text 1"/>
          <p:cNvSpPr/>
          <p:nvPr/>
        </p:nvSpPr>
        <p:spPr>
          <a:xfrm>
            <a:off x="714375" y="1495425"/>
            <a:ext cx="2753380" cy="6006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730"/>
              </a:lnSpc>
              <a:buNone/>
            </a:pPr>
            <a:r>
              <a:rPr lang="en-US" sz="3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3975" dirty="0"/>
          </a:p>
        </p:txBody>
      </p:sp>
      <p:sp>
        <p:nvSpPr>
          <p:cNvPr id="7" name="Text 2"/>
          <p:cNvSpPr/>
          <p:nvPr/>
        </p:nvSpPr>
        <p:spPr>
          <a:xfrm>
            <a:off x="6934200" y="1495425"/>
            <a:ext cx="2288143" cy="6006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730"/>
              </a:lnSpc>
              <a:buNone/>
            </a:pPr>
            <a:r>
              <a:rPr lang="en-US" sz="3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3975" dirty="0"/>
          </a:p>
        </p:txBody>
      </p:sp>
      <p:sp>
        <p:nvSpPr>
          <p:cNvPr id="8" name="Text 3"/>
          <p:cNvSpPr/>
          <p:nvPr/>
        </p:nvSpPr>
        <p:spPr>
          <a:xfrm>
            <a:off x="3187735" y="2085975"/>
            <a:ext cx="2552283" cy="283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知られていない...</a:t>
            </a:r>
            <a:endParaRPr lang="en-US" sz="1875" dirty="0"/>
          </a:p>
        </p:txBody>
      </p:sp>
      <p:sp>
        <p:nvSpPr>
          <p:cNvPr id="9" name="Text 4"/>
          <p:cNvSpPr/>
          <p:nvPr/>
        </p:nvSpPr>
        <p:spPr>
          <a:xfrm>
            <a:off x="6448425" y="2800350"/>
            <a:ext cx="1257300" cy="423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905750" y="2886075"/>
            <a:ext cx="1267718" cy="423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248775" y="2486025"/>
            <a:ext cx="1162943" cy="3705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0772775" y="2886075"/>
            <a:ext cx="1257300" cy="423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569" y="2715667"/>
            <a:ext cx="2511475" cy="248245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686" y="2653903"/>
            <a:ext cx="2816275" cy="288711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59" y="2482453"/>
            <a:ext cx="3182094" cy="31752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763658" y="638175"/>
            <a:ext cx="9354205" cy="6972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45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なぜ自己流では難しいのか？</a:t>
            </a:r>
            <a:endParaRPr lang="en-US" sz="4575" dirty="0"/>
          </a:p>
        </p:txBody>
      </p:sp>
      <p:sp>
        <p:nvSpPr>
          <p:cNvPr id="7" name="Text 1"/>
          <p:cNvSpPr/>
          <p:nvPr/>
        </p:nvSpPr>
        <p:spPr>
          <a:xfrm>
            <a:off x="771525" y="1971675"/>
            <a:ext cx="413641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アルゴリズムは常に変化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4800600" y="1971675"/>
            <a:ext cx="3470077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本業との両立が困難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8943975" y="1971675"/>
            <a:ext cx="2678013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専門知識が必要</a:t>
            </a:r>
            <a:endParaRPr lang="en-US" sz="2250" dirty="0"/>
          </a:p>
        </p:txBody>
      </p:sp>
      <p:sp>
        <p:nvSpPr>
          <p:cNvPr id="10" name="Text 4"/>
          <p:cNvSpPr/>
          <p:nvPr/>
        </p:nvSpPr>
        <p:spPr>
          <a:xfrm>
            <a:off x="1662227" y="6038830"/>
            <a:ext cx="8386048" cy="438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56"/>
              </a:lnSpc>
              <a:buNone/>
            </a:pPr>
            <a:r>
              <a:rPr lang="en-US" sz="2400" i="1" dirty="0" b="1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時間をかけても期待する成果が得られない方がほとんどです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282" y="3840361"/>
            <a:ext cx="926455" cy="91886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965" y="3847207"/>
            <a:ext cx="950863" cy="91201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486" y="1577280"/>
            <a:ext cx="914400" cy="9188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2965" y="1563588"/>
            <a:ext cx="950863" cy="93255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849597" y="523875"/>
            <a:ext cx="6952833" cy="6034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752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プロが運用するメリット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2060451" y="2619375"/>
            <a:ext cx="362098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最新ノウハウの活用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7007840" y="2619375"/>
            <a:ext cx="323111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効果的な戦略立案</a:t>
            </a:r>
            <a:endParaRPr lang="en-US" sz="2250" dirty="0"/>
          </a:p>
        </p:txBody>
      </p:sp>
      <p:sp>
        <p:nvSpPr>
          <p:cNvPr id="10" name="Text 3"/>
          <p:cNvSpPr/>
          <p:nvPr/>
        </p:nvSpPr>
        <p:spPr>
          <a:xfrm>
            <a:off x="2244283" y="4886325"/>
            <a:ext cx="324379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分析と改善の実行</a:t>
            </a:r>
            <a:endParaRPr lang="en-US" sz="2250" dirty="0"/>
          </a:p>
        </p:txBody>
      </p:sp>
      <p:sp>
        <p:nvSpPr>
          <p:cNvPr id="11" name="Text 4"/>
          <p:cNvSpPr/>
          <p:nvPr/>
        </p:nvSpPr>
        <p:spPr>
          <a:xfrm>
            <a:off x="1385411" y="3038475"/>
            <a:ext cx="509206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Googleのアルゴリズム変更に迅速対応</a:t>
            </a:r>
            <a:endParaRPr lang="en-US" sz="1875" dirty="0"/>
          </a:p>
        </p:txBody>
      </p:sp>
      <p:sp>
        <p:nvSpPr>
          <p:cNvPr id="12" name="Text 5"/>
          <p:cNvSpPr/>
          <p:nvPr/>
        </p:nvSpPr>
        <p:spPr>
          <a:xfrm>
            <a:off x="6437382" y="3038475"/>
            <a:ext cx="447591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ビジネスに最適化されたMEO戦略</a:t>
            </a:r>
            <a:endParaRPr lang="en-US" sz="1875" dirty="0"/>
          </a:p>
        </p:txBody>
      </p:sp>
      <p:sp>
        <p:nvSpPr>
          <p:cNvPr id="13" name="Text 6"/>
          <p:cNvSpPr/>
          <p:nvPr/>
        </p:nvSpPr>
        <p:spPr>
          <a:xfrm>
            <a:off x="1896725" y="5314950"/>
            <a:ext cx="398549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PDCAサイクルによる継続改善</a:t>
            </a:r>
            <a:endParaRPr lang="en-US" sz="1875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BC71EAD-627B-8435-5D63-DA0D948CE682}"/>
              </a:ext>
            </a:extLst>
          </p:cNvPr>
          <p:cNvSpPr/>
          <p:nvPr/>
        </p:nvSpPr>
        <p:spPr>
          <a:xfrm>
            <a:off x="6812905" y="4886325"/>
            <a:ext cx="362098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ja-JP" altLang="en-US" sz="225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手間のない管理</a:t>
            </a:r>
            <a:endParaRPr lang="en-US" sz="22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DB6F59E-0C2A-CB16-FC88-E2616BC24E65}"/>
              </a:ext>
            </a:extLst>
          </p:cNvPr>
          <p:cNvSpPr/>
          <p:nvPr/>
        </p:nvSpPr>
        <p:spPr>
          <a:xfrm>
            <a:off x="6437381" y="5274915"/>
            <a:ext cx="474877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ja-JP" altLang="en-US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一番時間がとられやすい部分を</a:t>
            </a:r>
            <a:r>
              <a:rPr lang="en-US" altLang="ja-JP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1875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</a:rPr>
              <a:t>で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894" y="4142184"/>
            <a:ext cx="1158180" cy="113838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96" y="4142184"/>
            <a:ext cx="1145977" cy="11383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894" y="1885950"/>
            <a:ext cx="1158180" cy="114523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196" y="1885950"/>
            <a:ext cx="1145977" cy="114523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4377" y="246757"/>
            <a:ext cx="609600" cy="82971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21028" y="466725"/>
            <a:ext cx="9382598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sz="4275" b="1" dirty="0" err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MEO対策で得られる</a:t>
            </a:r>
            <a:r>
              <a:rPr lang="ja-JP" altLang="en-US" sz="42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</a:t>
            </a:r>
            <a:endParaRPr lang="en-US" sz="4275" dirty="0"/>
          </a:p>
        </p:txBody>
      </p:sp>
      <p:sp>
        <p:nvSpPr>
          <p:cNvPr id="9" name="Text 1"/>
          <p:cNvSpPr/>
          <p:nvPr/>
        </p:nvSpPr>
        <p:spPr>
          <a:xfrm>
            <a:off x="2295525" y="1866900"/>
            <a:ext cx="310538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①集客力の向上</a:t>
            </a:r>
            <a:endParaRPr lang="en-US" sz="2775" dirty="0"/>
          </a:p>
        </p:txBody>
      </p:sp>
      <p:sp>
        <p:nvSpPr>
          <p:cNvPr id="10" name="Text 2"/>
          <p:cNvSpPr/>
          <p:nvPr/>
        </p:nvSpPr>
        <p:spPr>
          <a:xfrm>
            <a:off x="7905750" y="1866900"/>
            <a:ext cx="310538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②売上の安定化</a:t>
            </a:r>
            <a:endParaRPr lang="en-US" sz="2775" dirty="0"/>
          </a:p>
        </p:txBody>
      </p:sp>
      <p:sp>
        <p:nvSpPr>
          <p:cNvPr id="11" name="Text 3"/>
          <p:cNvSpPr/>
          <p:nvPr/>
        </p:nvSpPr>
        <p:spPr>
          <a:xfrm>
            <a:off x="2295525" y="4133850"/>
            <a:ext cx="450109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③ブランド価値の向上</a:t>
            </a:r>
            <a:endParaRPr lang="en-US" sz="2775" dirty="0"/>
          </a:p>
        </p:txBody>
      </p:sp>
      <p:sp>
        <p:nvSpPr>
          <p:cNvPr id="12" name="Text 4"/>
          <p:cNvSpPr/>
          <p:nvPr/>
        </p:nvSpPr>
        <p:spPr>
          <a:xfrm>
            <a:off x="7905750" y="4133850"/>
            <a:ext cx="310538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④広告費の削減</a:t>
            </a:r>
            <a:endParaRPr lang="en-US" sz="2775" dirty="0"/>
          </a:p>
        </p:txBody>
      </p:sp>
      <p:sp>
        <p:nvSpPr>
          <p:cNvPr id="13" name="Text 5"/>
          <p:cNvSpPr/>
          <p:nvPr/>
        </p:nvSpPr>
        <p:spPr>
          <a:xfrm>
            <a:off x="2238375" y="2400300"/>
            <a:ext cx="3452813" cy="7679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来店意欲の高いユーザーにリー
チし、新規顧客を継続的に獲得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7905750" y="2400300"/>
            <a:ext cx="3331666" cy="658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検索からの来店増加で売上が
安定し、経営基盤が強化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2238375" y="4676775"/>
            <a:ext cx="4012853" cy="658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充実した情報と高評価がお客様
の信頼とブランドイメージを向上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7905750" y="4676775"/>
            <a:ext cx="3541365" cy="658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費用対効果の高いMEO対策で
他の広告への依存度を削減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7CDAD73-BA13-85FA-EFD5-D61E6B88653D}"/>
              </a:ext>
            </a:extLst>
          </p:cNvPr>
          <p:cNvSpPr/>
          <p:nvPr/>
        </p:nvSpPr>
        <p:spPr>
          <a:xfrm>
            <a:off x="1321028" y="466725"/>
            <a:ext cx="9382598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他社</a:t>
            </a:r>
            <a:r>
              <a:rPr lang="en-US" altLang="ja-JP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との</a:t>
            </a:r>
            <a:r>
              <a:rPr lang="ja-JP" altLang="en-US" sz="42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</a:rPr>
              <a:t>圧倒的な違い</a:t>
            </a:r>
            <a:endParaRPr lang="en-US" sz="4275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45D1B91-A3C3-C56F-645E-6D0AB940CDEB}"/>
              </a:ext>
            </a:extLst>
          </p:cNvPr>
          <p:cNvSpPr/>
          <p:nvPr/>
        </p:nvSpPr>
        <p:spPr>
          <a:xfrm>
            <a:off x="8172611" y="1889660"/>
            <a:ext cx="3108197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32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当社</a:t>
            </a:r>
            <a:r>
              <a:rPr lang="en-US" altLang="ja-JP" sz="32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32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対策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35DACF2-39EE-3781-61CF-3A3B445207C6}"/>
              </a:ext>
            </a:extLst>
          </p:cNvPr>
          <p:cNvSpPr/>
          <p:nvPr/>
        </p:nvSpPr>
        <p:spPr>
          <a:xfrm>
            <a:off x="3223622" y="1822282"/>
            <a:ext cx="3581439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他社</a:t>
            </a:r>
            <a:r>
              <a:rPr lang="en-US" altLang="ja-JP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対策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1D602F1-9867-646A-474E-C3E4384DABE4}"/>
              </a:ext>
            </a:extLst>
          </p:cNvPr>
          <p:cNvSpPr/>
          <p:nvPr/>
        </p:nvSpPr>
        <p:spPr>
          <a:xfrm>
            <a:off x="590733" y="1817269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4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比較項目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6D85C07-89B8-0F92-B189-48BDCB61CF9E}"/>
              </a:ext>
            </a:extLst>
          </p:cNvPr>
          <p:cNvSpPr/>
          <p:nvPr/>
        </p:nvSpPr>
        <p:spPr>
          <a:xfrm>
            <a:off x="590733" y="2471837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可視化・透明性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C435950-B1CD-3686-7DBF-E196F3B7B19D}"/>
              </a:ext>
            </a:extLst>
          </p:cNvPr>
          <p:cNvGrpSpPr/>
          <p:nvPr/>
        </p:nvGrpSpPr>
        <p:grpSpPr>
          <a:xfrm>
            <a:off x="3069389" y="2537134"/>
            <a:ext cx="3620168" cy="640705"/>
            <a:chOff x="3069389" y="2537134"/>
            <a:chExt cx="3620168" cy="640705"/>
          </a:xfrm>
        </p:grpSpPr>
        <p:sp>
          <p:nvSpPr>
            <p:cNvPr id="12" name="Text 0">
              <a:extLst>
                <a:ext uri="{FF2B5EF4-FFF2-40B4-BE49-F238E27FC236}">
                  <a16:creationId xmlns:a16="http://schemas.microsoft.com/office/drawing/2014/main" id="{0E421869-3AF7-E19D-3AA9-F274D9916491}"/>
                </a:ext>
              </a:extLst>
            </p:cNvPr>
            <p:cNvSpPr/>
            <p:nvPr/>
          </p:nvSpPr>
          <p:spPr>
            <a:xfrm>
              <a:off x="3407114" y="2537134"/>
              <a:ext cx="3282443" cy="64070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5045"/>
                </a:lnSpc>
                <a:buNone/>
              </a:pP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不透明・レポート提出のみ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フローチャート: 抜出し 12">
              <a:extLst>
                <a:ext uri="{FF2B5EF4-FFF2-40B4-BE49-F238E27FC236}">
                  <a16:creationId xmlns:a16="http://schemas.microsoft.com/office/drawing/2014/main" id="{5A340B2D-8F6F-E32D-3610-76E8E6F64CE9}"/>
                </a:ext>
              </a:extLst>
            </p:cNvPr>
            <p:cNvSpPr/>
            <p:nvPr/>
          </p:nvSpPr>
          <p:spPr>
            <a:xfrm>
              <a:off x="3069389" y="2712356"/>
              <a:ext cx="337725" cy="290260"/>
            </a:xfrm>
            <a:prstGeom prst="flowChartExtra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3CCA245C-EDBA-9C3C-F12D-66C8596078A4}"/>
              </a:ext>
            </a:extLst>
          </p:cNvPr>
          <p:cNvGrpSpPr/>
          <p:nvPr/>
        </p:nvGrpSpPr>
        <p:grpSpPr>
          <a:xfrm>
            <a:off x="3069389" y="3112542"/>
            <a:ext cx="3620168" cy="640705"/>
            <a:chOff x="3069389" y="2537134"/>
            <a:chExt cx="3620168" cy="640705"/>
          </a:xfrm>
        </p:grpSpPr>
        <p:sp>
          <p:nvSpPr>
            <p:cNvPr id="18" name="Text 0">
              <a:extLst>
                <a:ext uri="{FF2B5EF4-FFF2-40B4-BE49-F238E27FC236}">
                  <a16:creationId xmlns:a16="http://schemas.microsoft.com/office/drawing/2014/main" id="{AFB78885-2ECA-9026-2F77-E36C2DBFA63D}"/>
                </a:ext>
              </a:extLst>
            </p:cNvPr>
            <p:cNvSpPr/>
            <p:nvPr/>
          </p:nvSpPr>
          <p:spPr>
            <a:xfrm>
              <a:off x="3407114" y="2537134"/>
              <a:ext cx="3282443" cy="64070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5045"/>
                </a:lnSpc>
                <a:buNone/>
              </a:pP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作業重視</a:t>
              </a:r>
              <a:r>
                <a:rPr lang="ja-JP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（投稿代行がメイン</a:t>
              </a: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）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フローチャート: 抜出し 18">
              <a:extLst>
                <a:ext uri="{FF2B5EF4-FFF2-40B4-BE49-F238E27FC236}">
                  <a16:creationId xmlns:a16="http://schemas.microsoft.com/office/drawing/2014/main" id="{C03BA3BC-DAA8-A587-3D7D-3083C10C91AB}"/>
                </a:ext>
              </a:extLst>
            </p:cNvPr>
            <p:cNvSpPr/>
            <p:nvPr/>
          </p:nvSpPr>
          <p:spPr>
            <a:xfrm>
              <a:off x="3069389" y="2712356"/>
              <a:ext cx="337725" cy="290260"/>
            </a:xfrm>
            <a:prstGeom prst="flowChartExtra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D48EA96-B50B-D957-6394-8B699C4EA264}"/>
              </a:ext>
            </a:extLst>
          </p:cNvPr>
          <p:cNvGrpSpPr/>
          <p:nvPr/>
        </p:nvGrpSpPr>
        <p:grpSpPr>
          <a:xfrm>
            <a:off x="3069389" y="3754309"/>
            <a:ext cx="3620168" cy="640705"/>
            <a:chOff x="3069389" y="2537134"/>
            <a:chExt cx="3620168" cy="640705"/>
          </a:xfrm>
        </p:grpSpPr>
        <p:sp>
          <p:nvSpPr>
            <p:cNvPr id="21" name="Text 0">
              <a:extLst>
                <a:ext uri="{FF2B5EF4-FFF2-40B4-BE49-F238E27FC236}">
                  <a16:creationId xmlns:a16="http://schemas.microsoft.com/office/drawing/2014/main" id="{7A2431C2-873B-9952-F58C-660680CF139D}"/>
                </a:ext>
              </a:extLst>
            </p:cNvPr>
            <p:cNvSpPr/>
            <p:nvPr/>
          </p:nvSpPr>
          <p:spPr>
            <a:xfrm>
              <a:off x="3407114" y="2537134"/>
              <a:ext cx="3282443" cy="64070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5045"/>
                </a:lnSpc>
                <a:buNone/>
              </a:pP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  簡易な文章のみ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フローチャート: 抜出し 21">
              <a:extLst>
                <a:ext uri="{FF2B5EF4-FFF2-40B4-BE49-F238E27FC236}">
                  <a16:creationId xmlns:a16="http://schemas.microsoft.com/office/drawing/2014/main" id="{6A711B13-B91A-3D53-6A75-92BA432EB5C0}"/>
                </a:ext>
              </a:extLst>
            </p:cNvPr>
            <p:cNvSpPr/>
            <p:nvPr/>
          </p:nvSpPr>
          <p:spPr>
            <a:xfrm>
              <a:off x="3069389" y="2712356"/>
              <a:ext cx="337725" cy="290260"/>
            </a:xfrm>
            <a:prstGeom prst="flowChartExtra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Text 0">
            <a:extLst>
              <a:ext uri="{FF2B5EF4-FFF2-40B4-BE49-F238E27FC236}">
                <a16:creationId xmlns:a16="http://schemas.microsoft.com/office/drawing/2014/main" id="{7BD9196B-405D-F35C-BBAC-7FC82F8EC7F1}"/>
              </a:ext>
            </a:extLst>
          </p:cNvPr>
          <p:cNvSpPr/>
          <p:nvPr/>
        </p:nvSpPr>
        <p:spPr>
          <a:xfrm>
            <a:off x="3007472" y="4356878"/>
            <a:ext cx="2186180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✕  予約機能なし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DC674580-C354-3F7B-F16D-E046C5EC94F5}"/>
              </a:ext>
            </a:extLst>
          </p:cNvPr>
          <p:cNvGrpSpPr/>
          <p:nvPr/>
        </p:nvGrpSpPr>
        <p:grpSpPr>
          <a:xfrm>
            <a:off x="7666567" y="5315940"/>
            <a:ext cx="275167" cy="266468"/>
            <a:chOff x="4258733" y="1481667"/>
            <a:chExt cx="275167" cy="266468"/>
          </a:xfrm>
        </p:grpSpPr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08026350-DAF0-40EA-8A83-B740B9D90ECE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C32A3001-D538-328B-0AD2-153ADF97A7F5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5E194343-85E3-1891-5061-7DA061AC6279}"/>
              </a:ext>
            </a:extLst>
          </p:cNvPr>
          <p:cNvGrpSpPr/>
          <p:nvPr/>
        </p:nvGrpSpPr>
        <p:grpSpPr>
          <a:xfrm>
            <a:off x="7666564" y="4594004"/>
            <a:ext cx="275167" cy="266468"/>
            <a:chOff x="4258733" y="1481667"/>
            <a:chExt cx="275167" cy="266468"/>
          </a:xfrm>
        </p:grpSpPr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7FE5396B-A5F7-C2E7-82A3-DA872E49847F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A5756C93-E030-5011-163E-DE70BB4AB227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8106F2D4-1126-1C20-60BB-3EA8018AA6A8}"/>
              </a:ext>
            </a:extLst>
          </p:cNvPr>
          <p:cNvGrpSpPr/>
          <p:nvPr/>
        </p:nvGrpSpPr>
        <p:grpSpPr>
          <a:xfrm>
            <a:off x="7666566" y="3971401"/>
            <a:ext cx="275167" cy="266468"/>
            <a:chOff x="4258733" y="1481667"/>
            <a:chExt cx="275167" cy="266468"/>
          </a:xfrm>
        </p:grpSpPr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5D9F74BE-F42C-0DB9-AA6E-125D85F528D5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65EEF467-FE1A-27C9-64AF-CF2CC968A2C7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35BA5584-285F-EEA5-BAF4-4C20B291C7B3}"/>
              </a:ext>
            </a:extLst>
          </p:cNvPr>
          <p:cNvGrpSpPr/>
          <p:nvPr/>
        </p:nvGrpSpPr>
        <p:grpSpPr>
          <a:xfrm>
            <a:off x="7666567" y="3344333"/>
            <a:ext cx="275167" cy="266468"/>
            <a:chOff x="4258733" y="1481667"/>
            <a:chExt cx="275167" cy="266468"/>
          </a:xfrm>
        </p:grpSpPr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0D2404B7-D003-F962-02B4-475ADAFF2056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CEED2487-7385-CCFB-5F58-C2850451A404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1C2C3A4A-408D-6E84-C0FB-826E5F1BF121}"/>
              </a:ext>
            </a:extLst>
          </p:cNvPr>
          <p:cNvGrpSpPr/>
          <p:nvPr/>
        </p:nvGrpSpPr>
        <p:grpSpPr>
          <a:xfrm>
            <a:off x="7666565" y="2711538"/>
            <a:ext cx="275167" cy="266468"/>
            <a:chOff x="4258733" y="1481667"/>
            <a:chExt cx="275167" cy="266468"/>
          </a:xfrm>
        </p:grpSpPr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C04F1C52-823B-CB16-A1A7-A5965E43E750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FCB55B8E-DDB4-47F1-D5EF-12C69B55FFA9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8" name="Text 0">
            <a:extLst>
              <a:ext uri="{FF2B5EF4-FFF2-40B4-BE49-F238E27FC236}">
                <a16:creationId xmlns:a16="http://schemas.microsoft.com/office/drawing/2014/main" id="{03A42641-BEE4-8FA7-E486-CD4CBD171798}"/>
              </a:ext>
            </a:extLst>
          </p:cNvPr>
          <p:cNvSpPr/>
          <p:nvPr/>
        </p:nvSpPr>
        <p:spPr>
          <a:xfrm>
            <a:off x="7725830" y="2462987"/>
            <a:ext cx="4169836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完全可視化</a:t>
            </a:r>
            <a:r>
              <a:rPr lang="ja-JP" altLang="en-US" sz="16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（カレンダー・グラフ）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1A80B760-AEAA-8F7C-ED21-36CFCC8BCA71}"/>
              </a:ext>
            </a:extLst>
          </p:cNvPr>
          <p:cNvSpPr/>
          <p:nvPr/>
        </p:nvSpPr>
        <p:spPr>
          <a:xfrm>
            <a:off x="8000999" y="3107058"/>
            <a:ext cx="3854393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altLang="ja-JP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で投稿し放題・キーワード戦略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 0">
            <a:extLst>
              <a:ext uri="{FF2B5EF4-FFF2-40B4-BE49-F238E27FC236}">
                <a16:creationId xmlns:a16="http://schemas.microsoft.com/office/drawing/2014/main" id="{AC5F7B06-EDA3-C23E-43B6-169B8CB99776}"/>
              </a:ext>
            </a:extLst>
          </p:cNvPr>
          <p:cNvSpPr/>
          <p:nvPr/>
        </p:nvSpPr>
        <p:spPr>
          <a:xfrm>
            <a:off x="7960725" y="3724492"/>
            <a:ext cx="358214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絵文字・口調など自由に選択可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C56D5EE3-38DC-8E10-9E7D-850F0E511FCB}"/>
              </a:ext>
            </a:extLst>
          </p:cNvPr>
          <p:cNvSpPr/>
          <p:nvPr/>
        </p:nvSpPr>
        <p:spPr>
          <a:xfrm>
            <a:off x="7882467" y="4356879"/>
            <a:ext cx="3721100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あり。</a:t>
            </a:r>
            <a:r>
              <a:rPr lang="en-US" altLang="ja-JP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ヶ月分の投稿予約も可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915F2CB1-22B5-277C-87F3-861BDA29DBC1}"/>
              </a:ext>
            </a:extLst>
          </p:cNvPr>
          <p:cNvSpPr/>
          <p:nvPr/>
        </p:nvSpPr>
        <p:spPr>
          <a:xfrm>
            <a:off x="7960725" y="5067656"/>
            <a:ext cx="3911603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あり。新着口コミにすぐに対応可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0">
            <a:extLst>
              <a:ext uri="{FF2B5EF4-FFF2-40B4-BE49-F238E27FC236}">
                <a16:creationId xmlns:a16="http://schemas.microsoft.com/office/drawing/2014/main" id="{3BC32D6D-9D40-A018-D009-546EFF89E0E5}"/>
              </a:ext>
            </a:extLst>
          </p:cNvPr>
          <p:cNvSpPr/>
          <p:nvPr/>
        </p:nvSpPr>
        <p:spPr>
          <a:xfrm>
            <a:off x="453810" y="3083787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戦略性・運用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Text 0">
            <a:extLst>
              <a:ext uri="{FF2B5EF4-FFF2-40B4-BE49-F238E27FC236}">
                <a16:creationId xmlns:a16="http://schemas.microsoft.com/office/drawing/2014/main" id="{12CFA26F-5B65-62A6-33CD-5CD6E1DEE3C2}"/>
              </a:ext>
            </a:extLst>
          </p:cNvPr>
          <p:cNvSpPr/>
          <p:nvPr/>
        </p:nvSpPr>
        <p:spPr>
          <a:xfrm>
            <a:off x="480990" y="4368388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投稿予約機能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Text 0">
            <a:extLst>
              <a:ext uri="{FF2B5EF4-FFF2-40B4-BE49-F238E27FC236}">
                <a16:creationId xmlns:a16="http://schemas.microsoft.com/office/drawing/2014/main" id="{DC086804-DC17-0FAA-274D-BF35DF4DE6FE}"/>
              </a:ext>
            </a:extLst>
          </p:cNvPr>
          <p:cNvSpPr/>
          <p:nvPr/>
        </p:nvSpPr>
        <p:spPr>
          <a:xfrm>
            <a:off x="480990" y="5047578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altLang="ja-JP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LINE</a:t>
            </a: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通知機能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Text 0">
            <a:extLst>
              <a:ext uri="{FF2B5EF4-FFF2-40B4-BE49-F238E27FC236}">
                <a16:creationId xmlns:a16="http://schemas.microsoft.com/office/drawing/2014/main" id="{6C49B1EB-BFA7-6553-A37B-48FD89CD5612}"/>
              </a:ext>
            </a:extLst>
          </p:cNvPr>
          <p:cNvSpPr/>
          <p:nvPr/>
        </p:nvSpPr>
        <p:spPr>
          <a:xfrm>
            <a:off x="477465" y="3688786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Text 0">
            <a:extLst>
              <a:ext uri="{FF2B5EF4-FFF2-40B4-BE49-F238E27FC236}">
                <a16:creationId xmlns:a16="http://schemas.microsoft.com/office/drawing/2014/main" id="{726857BD-40C8-DCDC-EB12-538639BBFEBC}"/>
              </a:ext>
            </a:extLst>
          </p:cNvPr>
          <p:cNvSpPr/>
          <p:nvPr/>
        </p:nvSpPr>
        <p:spPr>
          <a:xfrm>
            <a:off x="219021" y="3695737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altLang="ja-JP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の精度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Text 0">
            <a:extLst>
              <a:ext uri="{FF2B5EF4-FFF2-40B4-BE49-F238E27FC236}">
                <a16:creationId xmlns:a16="http://schemas.microsoft.com/office/drawing/2014/main" id="{EAA0457F-25C6-5CFF-5D94-7A026401EF6C}"/>
              </a:ext>
            </a:extLst>
          </p:cNvPr>
          <p:cNvSpPr/>
          <p:nvPr/>
        </p:nvSpPr>
        <p:spPr>
          <a:xfrm>
            <a:off x="3007472" y="5045594"/>
            <a:ext cx="2186180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</a:rPr>
              <a:t>✕  通知機能なし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166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357" y="3250555"/>
            <a:ext cx="1499592" cy="94639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773" y="1666429"/>
            <a:ext cx="2218879" cy="139213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88" y="1501825"/>
            <a:ext cx="4291459" cy="323686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590166" y="523875"/>
            <a:ext cx="5381208" cy="7740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6095"/>
              </a:lnSpc>
              <a:buNone/>
            </a:pPr>
            <a:r>
              <a:rPr lang="en-US" sz="47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始めるなら、今！</a:t>
            </a:r>
            <a:endParaRPr lang="en-US" sz="4725" dirty="0"/>
          </a:p>
        </p:txBody>
      </p:sp>
      <p:sp>
        <p:nvSpPr>
          <p:cNvPr id="7" name="Text 1"/>
          <p:cNvSpPr/>
          <p:nvPr/>
        </p:nvSpPr>
        <p:spPr>
          <a:xfrm>
            <a:off x="131445" y="5781675"/>
            <a:ext cx="12824460" cy="430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86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今すぐ行動を起こし、選ばれる店舗への第一歩を踏み出しましょう</a:t>
            </a:r>
            <a:endParaRPr lang="en-US" sz="2625" dirty="0"/>
          </a:p>
        </p:txBody>
      </p:sp>
      <p:sp>
        <p:nvSpPr>
          <p:cNvPr id="8" name="Text 2"/>
          <p:cNvSpPr/>
          <p:nvPr/>
        </p:nvSpPr>
        <p:spPr>
          <a:xfrm>
            <a:off x="6505575" y="2457450"/>
            <a:ext cx="1835587" cy="430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86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早期開始</a:t>
            </a:r>
            <a:endParaRPr lang="en-US" sz="2625" dirty="0"/>
          </a:p>
        </p:txBody>
      </p:sp>
      <p:sp>
        <p:nvSpPr>
          <p:cNvPr id="9" name="Text 3"/>
          <p:cNvSpPr/>
          <p:nvPr/>
        </p:nvSpPr>
        <p:spPr>
          <a:xfrm>
            <a:off x="6505575" y="3552825"/>
            <a:ext cx="1835587" cy="430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86"/>
              </a:lnSpc>
              <a:buNone/>
            </a:pPr>
            <a:r>
              <a:rPr lang="en-US" sz="2625" b="1" dirty="0">
                <a:solidFill>
                  <a:srgbClr val="00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競合他社</a:t>
            </a:r>
            <a:endParaRPr lang="en-US" sz="2625" dirty="0"/>
          </a:p>
        </p:txBody>
      </p:sp>
      <p:sp>
        <p:nvSpPr>
          <p:cNvPr id="10" name="Text 4"/>
          <p:cNvSpPr/>
          <p:nvPr/>
        </p:nvSpPr>
        <p:spPr>
          <a:xfrm>
            <a:off x="714375" y="5029200"/>
            <a:ext cx="4576465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MEO対策は早く始めるほど有利</a:t>
            </a:r>
            <a:endParaRPr lang="en-US" sz="1875" dirty="0"/>
          </a:p>
        </p:txBody>
      </p:sp>
      <p:sp>
        <p:nvSpPr>
          <p:cNvPr id="11" name="Text 5"/>
          <p:cNvSpPr/>
          <p:nvPr/>
        </p:nvSpPr>
        <p:spPr>
          <a:xfrm>
            <a:off x="4495800" y="5029200"/>
            <a:ext cx="4425553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競合が気づく前の今がチャンス</a:t>
            </a:r>
            <a:endParaRPr lang="en-US" sz="1875" dirty="0"/>
          </a:p>
        </p:txBody>
      </p:sp>
      <p:sp>
        <p:nvSpPr>
          <p:cNvPr id="12" name="Text 6"/>
          <p:cNvSpPr/>
          <p:nvPr/>
        </p:nvSpPr>
        <p:spPr>
          <a:xfrm>
            <a:off x="8029575" y="5029200"/>
            <a:ext cx="4790242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A2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未来のお客様との出会いを最大化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0" y="6789420"/>
            <a:ext cx="12192000" cy="685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04320" y="6583680"/>
            <a:ext cx="487680" cy="2743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632204"/>
            <a:ext cx="73152" cy="52806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1577340"/>
            <a:ext cx="12192000" cy="54864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gradFill>
            <a:gsLst>
              <a:gs pos="0">
                <a:srgbClr val="009999"/>
              </a:gs>
              <a:gs pos="100000">
                <a:srgbClr val="006666"/>
              </a:gs>
            </a:gsLst>
            <a:lin ang="0" scaled="0"/>
          </a:gradFill>
          <a:xfrm>
            <a:off x="0" y="0"/>
            <a:ext cx="12192000" cy="15773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048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0"/>
            <a:ext cx="304800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0"/>
            <a:ext cx="304800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0"/>
            <a:ext cx="304800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1000"/>
            <a:ext cx="11049000" cy="6000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362075"/>
            <a:ext cx="11049000" cy="10096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576388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1828800"/>
            <a:ext cx="10668000" cy="3238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600325"/>
            <a:ext cx="5410200" cy="10096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2814638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067050"/>
            <a:ext cx="5029200" cy="3238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2600325"/>
            <a:ext cx="5410200" cy="10096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814638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838575"/>
            <a:ext cx="11049000" cy="10096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052888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305300"/>
            <a:ext cx="10668000" cy="3238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076825"/>
            <a:ext cx="5410200" cy="10096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291138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543550"/>
            <a:ext cx="5029200" cy="3238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5076825"/>
            <a:ext cx="5410200" cy="10096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5291138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5543550"/>
            <a:ext cx="5029200" cy="32385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762000" y="381000"/>
            <a:ext cx="110490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725"/>
              </a:lnSpc>
              <a:buNone/>
            </a:pPr>
            <a:r>
              <a:rPr lang="ja-JP" alt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会社概要</a:t>
            </a:r>
            <a:endParaRPr lang="en-US" sz="3150" dirty="0"/>
          </a:p>
        </p:txBody>
      </p:sp>
      <p:sp>
        <p:nvSpPr>
          <p:cNvPr id="28" name="Text 1"/>
          <p:cNvSpPr/>
          <p:nvPr/>
        </p:nvSpPr>
        <p:spPr>
          <a:xfrm>
            <a:off x="990600" y="1552575"/>
            <a:ext cx="10668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会社名</a:t>
            </a:r>
            <a:endParaRPr lang="en-US" sz="1050" dirty="0"/>
          </a:p>
        </p:txBody>
      </p:sp>
      <p:sp>
        <p:nvSpPr>
          <p:cNvPr id="29" name="Text 2"/>
          <p:cNvSpPr/>
          <p:nvPr/>
        </p:nvSpPr>
        <p:spPr>
          <a:xfrm>
            <a:off x="762000" y="1828800"/>
            <a:ext cx="106680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ここに会社名を入力してください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990600" y="27908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代表者名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762000" y="3067050"/>
            <a:ext cx="50292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ここに代表者名を入力してください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6629400" y="27908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6400800" y="3067050"/>
            <a:ext cx="603504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u="sng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https://www.example.com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990600" y="4029075"/>
            <a:ext cx="10668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所在地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762000" y="4305300"/>
            <a:ext cx="106680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〒000-0000 〇〇県〇〇市〇〇区...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990600" y="52673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電話番号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762000" y="5543550"/>
            <a:ext cx="50292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00-0000-0000</a:t>
            </a:r>
            <a:endParaRPr lang="en-US" sz="1500" dirty="0"/>
          </a:p>
        </p:txBody>
      </p:sp>
      <p:sp>
        <p:nvSpPr>
          <p:cNvPr id="38" name="Text 11"/>
          <p:cNvSpPr/>
          <p:nvPr/>
        </p:nvSpPr>
        <p:spPr>
          <a:xfrm>
            <a:off x="6629400" y="52673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メールアドレス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6400800" y="5543550"/>
            <a:ext cx="50292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info@example.com</a:t>
            </a:r>
            <a:endParaRPr lang="en-US" sz="1500" dirty="0"/>
          </a:p>
        </p:txBody>
      </p:sp>
      <p:sp>
        <p:nvSpPr>
          <p:cNvPr id="40" name="Text 13"/>
          <p:cNvSpPr/>
          <p:nvPr/>
        </p:nvSpPr>
        <p:spPr>
          <a:xfrm>
            <a:off x="571500" y="6276975"/>
            <a:ext cx="38633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 err="1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MEO対策提案資料</a:t>
            </a:r>
            <a:r>
              <a:rPr lang="en-US" sz="1050" dirty="0">
                <a:solidFill>
                  <a:srgbClr val="1A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869</Words>
  <Application>Microsoft Office PowerPoint</Application>
  <PresentationFormat>ワイド画面</PresentationFormat>
  <Paragraphs>230</Paragraphs>
  <Slides>27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3" baseType="lpstr">
      <vt:lpstr>HGS創英角ｺﾞｼｯｸUB</vt:lpstr>
      <vt:lpstr>Inter</vt:lpstr>
      <vt:lpstr>Noto Sans JP</vt:lpstr>
      <vt:lpstr>NotoSansSChineseBlackBold 8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久美子（デラアド） 白石</cp:lastModifiedBy>
  <cp:revision>9</cp:revision>
  <dcterms:created xsi:type="dcterms:W3CDTF">2026-02-05T06:36:45Z</dcterms:created>
  <dcterms:modified xsi:type="dcterms:W3CDTF">2026-02-05T10:03:04Z</dcterms:modified>
</cp:coreProperties>
</file>